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cabbf6a41c4224" /><Relationship Type="http://schemas.openxmlformats.org/officeDocument/2006/relationships/extended-properties" Target="/docProps/app.xml" Id="Rd0f963b6b1b84cc7" /><Relationship Type="http://schemas.openxmlformats.org/officeDocument/2006/relationships/officeDocument" Target="/ppt/presentation.xml" Id="Rf87b22cfd3b54c8d" /></Relationships>
</file>

<file path=ppt/presentation.xml><?xml version="1.0" encoding="utf-8"?>
<p:presentation xmlns:p="http://schemas.openxmlformats.org/presentationml/2006/main">
  <p:sldMasterIdLst>
    <p:sldMasterId xmlns:r="http://schemas.openxmlformats.org/officeDocument/2006/relationships" id="2147483648" r:id="Rb29fef8e6e65424d"/>
  </p:sldMasterIdLst>
  <p:notesMasterIdLst>
    <p:notesMasterId xmlns:r="http://schemas.openxmlformats.org/officeDocument/2006/relationships" r:id="Re3ef1a715bf84c0a"/>
  </p:notesMasterIdLst>
  <p:sldIdLst>
    <p:sldId xmlns:r="http://schemas.openxmlformats.org/officeDocument/2006/relationships" id="256" r:id="Rb5b8486c58f94c8e"/>
    <p:sldId xmlns:r="http://schemas.openxmlformats.org/officeDocument/2006/relationships" id="257" r:id="R2f3514474d84457b"/>
    <p:sldId xmlns:r="http://schemas.openxmlformats.org/officeDocument/2006/relationships" id="258" r:id="Rf8330931096049d4"/>
    <p:sldId xmlns:r="http://schemas.openxmlformats.org/officeDocument/2006/relationships" id="259" r:id="R543e4e764e1e434a"/>
    <p:sldId xmlns:r="http://schemas.openxmlformats.org/officeDocument/2006/relationships" id="260" r:id="R70ed0b6fd9994996"/>
    <p:sldId xmlns:r="http://schemas.openxmlformats.org/officeDocument/2006/relationships" id="261" r:id="Rb999960e372a4c2c"/>
    <p:sldId xmlns:r="http://schemas.openxmlformats.org/officeDocument/2006/relationships" id="262" r:id="Rf46e759d9a4c4a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dd09733325d40e9" /><Relationship Type="http://schemas.openxmlformats.org/officeDocument/2006/relationships/slideMaster" Target="/ppt/slideMasters/slideMaster1.xml" Id="Rb29fef8e6e65424d" /><Relationship Type="http://schemas.openxmlformats.org/officeDocument/2006/relationships/notesMaster" Target="/ppt/notesMasters/notesMaster1.xml" Id="Re3ef1a715bf84c0a" /><Relationship Type="http://schemas.openxmlformats.org/officeDocument/2006/relationships/presProps" Target="/ppt/presProps.xml" Id="R383854920ad64317" /><Relationship Type="http://schemas.openxmlformats.org/officeDocument/2006/relationships/viewProps" Target="/ppt/viewProps.xml" Id="Ra2bf9a3fb5a14793" /><Relationship Type="http://schemas.openxmlformats.org/officeDocument/2006/relationships/tableStyles" Target="/ppt/tableStyles.xml" Id="R5f212e46e1244eb4" /><Relationship Type="http://schemas.openxmlformats.org/officeDocument/2006/relationships/slide" Target="/ppt/slides/slide1.xml" Id="Rb5b8486c58f94c8e" /><Relationship Type="http://schemas.openxmlformats.org/officeDocument/2006/relationships/slide" Target="/ppt/slides/slide2.xml" Id="R2f3514474d84457b" /><Relationship Type="http://schemas.openxmlformats.org/officeDocument/2006/relationships/slide" Target="/ppt/slides/slide3.xml" Id="Rf8330931096049d4" /><Relationship Type="http://schemas.openxmlformats.org/officeDocument/2006/relationships/slide" Target="/ppt/slides/slide4.xml" Id="R543e4e764e1e434a" /><Relationship Type="http://schemas.openxmlformats.org/officeDocument/2006/relationships/slide" Target="/ppt/slides/slide5.xml" Id="R70ed0b6fd9994996" /><Relationship Type="http://schemas.openxmlformats.org/officeDocument/2006/relationships/slide" Target="/ppt/slides/slide6.xml" Id="Rb999960e372a4c2c" /><Relationship Type="http://schemas.openxmlformats.org/officeDocument/2006/relationships/slide" Target="/ppt/slides/slide7.xml" Id="Rf46e759d9a4c4a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4c63f8931447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84d1390f1749a2" /><Relationship Type="http://schemas.openxmlformats.org/officeDocument/2006/relationships/notesMaster" Target="/ppt/notesMasters/notesMaster1.xml" Id="R8ad54e49a31844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0758e68e0f48ff" /><Relationship Type="http://schemas.openxmlformats.org/officeDocument/2006/relationships/notesMaster" Target="/ppt/notesMasters/notesMaster1.xml" Id="Recac42d824d844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fcb6748d9b495a" /><Relationship Type="http://schemas.openxmlformats.org/officeDocument/2006/relationships/notesMaster" Target="/ppt/notesMasters/notesMaster1.xml" Id="R5baf8c06e9714c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66b357c81e46d3" /><Relationship Type="http://schemas.openxmlformats.org/officeDocument/2006/relationships/notesMaster" Target="/ppt/notesMasters/notesMaster1.xml" Id="R9e7eeee4de2e46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33535b90eb42c9" /><Relationship Type="http://schemas.openxmlformats.org/officeDocument/2006/relationships/notesMaster" Target="/ppt/notesMasters/notesMaster1.xml" Id="R0337d405bfbb42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8055448c984a65" /><Relationship Type="http://schemas.openxmlformats.org/officeDocument/2006/relationships/notesMaster" Target="/ppt/notesMasters/notesMaster1.xml" Id="R65aab5c640bc4b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2a908e51924242" /><Relationship Type="http://schemas.openxmlformats.org/officeDocument/2006/relationships/notesMaster" Target="/ppt/notesMasters/notesMaster1.xml" Id="R6527be9176c140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Project lab ppt.pptx — team names and academic years.</a:t>
            </a:r>
            <a:endParaRPr/>
          </a:p>
          <a:p xmlns:a="http://schemas.openxmlformats.org/drawingml/2006/main">
            <a:r>
              <a:t>- SEMICON-Project/Documentation/Final_Project_Report.pdf — institution and project context.</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KLA_Problem Statement_Studen help document.pdf, sections 1–6.</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SEMICON-Project/Documentation/Final_Project_Report.pdf, executive summary and system design.</a:t>
            </a:r>
            <a:endParaRPr/>
          </a:p>
          <a:p xmlns:a="http://schemas.openxmlformats.org/drawingml/2006/main">
            <a:r>
              <a:t>- SEMICON-Project/Dataset/Dataset_Audit_Report.pdf, sections 1–6.</a:t>
            </a:r>
            <a:endParaRPr/>
          </a:p>
          <a:p xmlns:a="http://schemas.openxmlformats.org/drawingml/2006/main">
            <a:r>
              <a:t>- SEMICON-Project/App/app.py.</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SEMICON-Project/Dataset/Dataset_Audit_Report.pdf, dataset construction, integrity and degradation inventory.</a:t>
            </a:r>
            <a:endParaRPr/>
          </a:p>
          <a:p xmlns:a="http://schemas.openxmlformats.org/drawingml/2006/main">
            <a:r>
              <a:t>- SEMICON-Project/Documentation/Final_Project_Report.pdf, model development and deployment sections.</a:t>
            </a:r>
            <a:endParaRPr/>
          </a:p>
          <a:p xmlns:a="http://schemas.openxmlformats.org/drawingml/2006/main">
            <a:r>
              <a:t>- SEMICON-Project/Models/*/*.ipynb and supplied checkpoints.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SEMICON-Project/Dataset/Dataset_Audit_Report.pdf — pair counts, integrity findings and audit scores.</a:t>
            </a:r>
            <a:endParaRPr/>
          </a:p>
          <a:p xmlns:a="http://schemas.openxmlformats.org/drawingml/2006/main">
            <a:r>
              <a:t>- SEMICON-Project/Documentation/Final_Project_Report.pdf, sections 8.2 and 9.2 — executed test results and metric caveat.</a:t>
            </a:r>
            <a:endParaRPr/>
          </a:p>
          <a:p xmlns:a="http://schemas.openxmlformats.org/drawingml/2006/main">
            <a:r>
              <a:t>- SEMICON-Project/Outputs/Benchmark_Results/EDSR/results.csv.</a:t>
            </a:r>
            <a:endParaRPr/>
          </a:p>
          <a:p xmlns:a="http://schemas.openxmlformats.org/drawingml/2006/main">
            <a:r>
              <a:t>Metric caveat: SSIM implementations differ across notebook families; only the values explicitly shown are asserted.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SEMICON-Project model notebooks — optimizer, scheduler, AMP, crop and checkpoint configurations.</a:t>
            </a:r>
            <a:endParaRPr/>
          </a:p>
          <a:p xmlns:a="http://schemas.openxmlformats.org/drawingml/2006/main">
            <a:r>
              <a:t>- SEMICON-Project/Documentation/Final_Project_Report.pdf, methodology and packaging audit.</a:t>
            </a:r>
            <a:endParaRPr/>
          </a:p>
          <a:p xmlns:a="http://schemas.openxmlformats.org/drawingml/2006/main">
            <a:r>
              <a:t>- SEMICON-Project/App/app.py and requirements.txt.</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Project dataset: https://www.kaggle.com/datasets/omkadam05/semicon-v2-dual-dataset</a:t>
            </a:r>
            <a:endParaRPr/>
          </a:p>
          <a:p xmlns:a="http://schemas.openxmlformats.org/drawingml/2006/main">
            <a:r>
              <a:t>- Lim et al., Enhanced Deep Residual Networks for Single Image Super-Resolution, CVPR Workshops 2017: https://openaccess.thecvf.com/content_cvpr_2017_workshops/w12/html/Lim_Enhanced_Deep_Residual_CVPR_2017_paper.html</a:t>
            </a:r>
            <a:endParaRPr/>
          </a:p>
          <a:p xmlns:a="http://schemas.openxmlformats.org/drawingml/2006/main">
            <a:r>
              <a:t>- Zamir et al., Restormer: Efficient Transformer for High-Resolution Image Restoration, CVPR 2022: https://openaccess.thecvf.com/content/CVPR2022/html/Zamir_Restormer_Efficient_Transformer_for_High-Resolution_Image_Restoration_CVPR_2022_paper.html</a:t>
            </a:r>
            <a:endParaRPr/>
          </a:p>
          <a:p xmlns:a="http://schemas.openxmlformats.org/drawingml/2006/main">
            <a:r>
              <a:t>- NFFA-Europe authoritative URL and license: To Be Confirmed.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2a7010dcfc4538" /><Relationship Type="http://schemas.openxmlformats.org/officeDocument/2006/relationships/image" Target="/ppt/media/image.jpeg" Id="R0b03aac33b3740a8" /><Relationship Type="http://schemas.openxmlformats.org/officeDocument/2006/relationships/image" Target="/ppt/media/image.png" Id="R875b850ee4344ec6" /><Relationship Type="http://schemas.openxmlformats.org/officeDocument/2006/relationships/image" Target="/ppt/media/image2.png" Id="R70de5d5bcfb84f3b"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
        <p:nvSpPr>
          <p:cNvPr id="31" name="Shape 0">
            <a:extLst xmlns:a="http://schemas.openxmlformats.org/drawingml/2006/main">
              <a:ext uri="{FF2B5EF4-FFF2-40B4-BE49-F238E27FC236}">
                <a16:creationId xmlns:a16="http://schemas.microsoft.com/office/drawing/2014/main" id="{2BD26DD0-A441-CDA1-C7C4-500C0B482AE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0b03aac33b3740a8">
            <a:alphaModFix amt="15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35" name="Shape 1">
            <a:extLst xmlns:a="http://schemas.openxmlformats.org/drawingml/2006/main">
              <a:ext uri="{FF2B5EF4-FFF2-40B4-BE49-F238E27FC236}">
                <a16:creationId xmlns:a16="http://schemas.microsoft.com/office/drawing/2014/main" id="{2896CD82-D6A3-3A0B-5BEE-489BF15E90F1}"/>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42" name="Image 2"/>
          <p:cNvPicPr>
            <a:picLocks xmlns:a="http://schemas.openxmlformats.org/drawingml/2006/main" noChangeAspect="1"/>
          </p:cNvPicPr>
          <p:nvPr/>
        </p:nvPicPr>
        <p:blipFill>
          <a:blip xmlns:r="http://schemas.openxmlformats.org/officeDocument/2006/relationships" xmlns:a="http://schemas.openxmlformats.org/drawingml/2006/main" r:embed="R875b850ee4344ec6"/>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pic>
        <p:nvPicPr>
          <p:cNvPr id="43" name="Picture 281"/>
          <p:cNvPicPr>
            <a:picLocks xmlns:a="http://schemas.openxmlformats.org/drawingml/2006/main" noChangeAspect="1"/>
          </p:cNvPicPr>
          <p:nvPr/>
        </p:nvPicPr>
        <p:blipFill>
          <a:blip xmlns:r="http://schemas.openxmlformats.org/officeDocument/2006/relationships" xmlns:a="http://schemas.openxmlformats.org/drawingml/2006/main" r:embed="R70de5d5bcfb84f3b"/>
          <a:stretch xmlns:a="http://schemas.openxmlformats.org/drawingml/2006/main">
            <a:fillRect l="0" t="0" r="0" b="0"/>
          </a:stretch>
        </p:blipFill>
        <p:spPr>
          <a:xfrm xmlns:a="http://schemas.openxmlformats.org/drawingml/2006/main">
            <a:off x="758356" y="381305"/>
            <a:ext cx="5745480" cy="46736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7e1248084f46bf" /><Relationship Type="http://schemas.openxmlformats.org/officeDocument/2006/relationships/slideLayout" Target="/ppt/slideLayouts/slideLayout1.xml" Id="R095d35962e8d4c7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5d35962e8d4c7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04b9d12276455d" /><Relationship Type="http://schemas.openxmlformats.org/officeDocument/2006/relationships/image" Target="/ppt/media/image.jpeg" Id="R507e4800091e4e63" /><Relationship Type="http://schemas.openxmlformats.org/officeDocument/2006/relationships/image" Target="/ppt/media/image3.png" Id="R0cfb0fe1cb9d4202" /><Relationship Type="http://schemas.openxmlformats.org/officeDocument/2006/relationships/image" Target="/ppt/media/image4.png" Id="Rbb702243cdac4183" /><Relationship Type="http://schemas.openxmlformats.org/officeDocument/2006/relationships/image" Target="/ppt/media/image5.png" Id="Ra10609fed1b84352" /><Relationship Type="http://schemas.openxmlformats.org/officeDocument/2006/relationships/image" Target="/ppt/media/image6.png" Id="Rfa0c6031632a4240" /><Relationship Type="http://schemas.openxmlformats.org/officeDocument/2006/relationships/image" Target="/ppt/media/image7.png" Id="R5d6187832ed24e6e" /><Relationship Type="http://schemas.openxmlformats.org/officeDocument/2006/relationships/notesSlide" Target="/ppt/notesSlides/notesSlide1.xml" Id="R3f8575da426a4a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21d8ce8ec84669" /><Relationship Type="http://schemas.openxmlformats.org/officeDocument/2006/relationships/image" Target="/ppt/media/image.jpeg" Id="R6ad6fb85c062475d" /><Relationship Type="http://schemas.openxmlformats.org/officeDocument/2006/relationships/image" Target="/ppt/media/image8.png" Id="Ref8ea62cb3c043ce" /><Relationship Type="http://schemas.openxmlformats.org/officeDocument/2006/relationships/image" Target="/ppt/media/image9.png" Id="Rbbbbb11e7d564c52" /><Relationship Type="http://schemas.openxmlformats.org/officeDocument/2006/relationships/image" Target="/ppt/media/image7.png" Id="Rbcb5d4bfec7e427e" /><Relationship Type="http://schemas.openxmlformats.org/officeDocument/2006/relationships/notesSlide" Target="/ppt/notesSlides/notesSlide2.xml" Id="Re670c87640a141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15ce7855a9463f" /><Relationship Type="http://schemas.openxmlformats.org/officeDocument/2006/relationships/image" Target="/ppt/media/image.jpeg" Id="R5c8d4bd4945e471e" /><Relationship Type="http://schemas.openxmlformats.org/officeDocument/2006/relationships/image" Target="/ppt/media/image2.jpeg" Id="R0589302288c442fe" /><Relationship Type="http://schemas.openxmlformats.org/officeDocument/2006/relationships/image" Target="/ppt/media/image.png" Id="Ra62e0d1a194445bc" /><Relationship Type="http://schemas.openxmlformats.org/officeDocument/2006/relationships/image" Target="/ppt/media/image10.png" Id="R567f75b3a7e145bd" /><Relationship Type="http://schemas.openxmlformats.org/officeDocument/2006/relationships/image" Target="/ppt/media/image9.png" Id="Re65a6917844c4d9a" /><Relationship Type="http://schemas.openxmlformats.org/officeDocument/2006/relationships/image" Target="/ppt/media/image7.png" Id="R165563d0604d442e" /><Relationship Type="http://schemas.openxmlformats.org/officeDocument/2006/relationships/notesSlide" Target="/ppt/notesSlides/notesSlide3.xml" Id="R1dfdd3225f534c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523add13cf4050" /><Relationship Type="http://schemas.openxmlformats.org/officeDocument/2006/relationships/image" Target="/ppt/media/image.jpeg" Id="R9f88a8b1573b4ec5" /><Relationship Type="http://schemas.openxmlformats.org/officeDocument/2006/relationships/image" Target="/ppt/media/image2.jpeg" Id="R8c0212007d364069" /><Relationship Type="http://schemas.openxmlformats.org/officeDocument/2006/relationships/image" Target="/ppt/media/image.png" Id="R64063c0a353a4917" /><Relationship Type="http://schemas.openxmlformats.org/officeDocument/2006/relationships/image" Target="/ppt/media/image11.png" Id="R16e486e317b84934" /><Relationship Type="http://schemas.openxmlformats.org/officeDocument/2006/relationships/image" Target="/ppt/media/image9.png" Id="R344d2d309a5248c8" /><Relationship Type="http://schemas.openxmlformats.org/officeDocument/2006/relationships/image" Target="/ppt/media/image7.png" Id="R5fc0295eb25249a6" /><Relationship Type="http://schemas.openxmlformats.org/officeDocument/2006/relationships/notesSlide" Target="/ppt/notesSlides/notesSlide4.xml" Id="R488f60b9a62c45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ddc86181d04488" /><Relationship Type="http://schemas.openxmlformats.org/officeDocument/2006/relationships/image" Target="/ppt/media/image.jpeg" Id="R3f22f83c5a6b40be" /><Relationship Type="http://schemas.openxmlformats.org/officeDocument/2006/relationships/image" Target="/ppt/media/image2.jpeg" Id="Rddfc2d461f21444c" /><Relationship Type="http://schemas.openxmlformats.org/officeDocument/2006/relationships/image" Target="/ppt/media/image.png" Id="R1ad42abab9624d4f" /><Relationship Type="http://schemas.openxmlformats.org/officeDocument/2006/relationships/image" Target="/ppt/media/image12.png" Id="Ra64f6cc763d34657" /><Relationship Type="http://schemas.openxmlformats.org/officeDocument/2006/relationships/image" Target="/ppt/media/image13.png" Id="Re901344226c14acc" /><Relationship Type="http://schemas.openxmlformats.org/officeDocument/2006/relationships/image" Target="/ppt/media/image14.png" Id="Rea506444f3e24a2b" /><Relationship Type="http://schemas.openxmlformats.org/officeDocument/2006/relationships/image" Target="/ppt/media/image9.png" Id="Rf33e12c5a397462b" /><Relationship Type="http://schemas.openxmlformats.org/officeDocument/2006/relationships/image" Target="/ppt/media/image7.png" Id="Rafcd77be35514e96" /><Relationship Type="http://schemas.openxmlformats.org/officeDocument/2006/relationships/notesSlide" Target="/ppt/notesSlides/notesSlide5.xml" Id="Rdd7a3bc27ef54e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31cdbd3a32455e" /><Relationship Type="http://schemas.openxmlformats.org/officeDocument/2006/relationships/image" Target="/ppt/media/image.jpeg" Id="Raf6310beaa3b4b91" /><Relationship Type="http://schemas.openxmlformats.org/officeDocument/2006/relationships/image" Target="/ppt/media/image2.jpeg" Id="R5f4d426a8bfd4aa0" /><Relationship Type="http://schemas.openxmlformats.org/officeDocument/2006/relationships/image" Target="/ppt/media/image.png" Id="Rafd7ed8803e84c22" /><Relationship Type="http://schemas.openxmlformats.org/officeDocument/2006/relationships/image" Target="/ppt/media/image15.png" Id="Rd97afa8e34b34e95" /><Relationship Type="http://schemas.openxmlformats.org/officeDocument/2006/relationships/image" Target="/ppt/media/image16.png" Id="Re34c4f4ccd144ae3" /><Relationship Type="http://schemas.openxmlformats.org/officeDocument/2006/relationships/image" Target="/ppt/media/image17.png" Id="Rf244176182404fe5" /><Relationship Type="http://schemas.openxmlformats.org/officeDocument/2006/relationships/image" Target="/ppt/media/image18.png" Id="Rfd62222ee1984a27" /><Relationship Type="http://schemas.openxmlformats.org/officeDocument/2006/relationships/image" Target="/ppt/media/image9.png" Id="Rc5f9c36150744500" /><Relationship Type="http://schemas.openxmlformats.org/officeDocument/2006/relationships/image" Target="/ppt/media/image7.png" Id="R5a21b1f0e10b400e" /><Relationship Type="http://schemas.openxmlformats.org/officeDocument/2006/relationships/notesSlide" Target="/ppt/notesSlides/notesSlide6.xml" Id="R9df459593ff24d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e6aed338cd43bf" /><Relationship Type="http://schemas.openxmlformats.org/officeDocument/2006/relationships/image" Target="/ppt/media/image.jpeg" Id="Rd18059d744e8470f" /><Relationship Type="http://schemas.openxmlformats.org/officeDocument/2006/relationships/image" Target="/ppt/media/image2.jpeg" Id="R87568a29471348e1" /><Relationship Type="http://schemas.openxmlformats.org/officeDocument/2006/relationships/image" Target="/ppt/media/image.png" Id="Ree4390bde2684ae0" /><Relationship Type="http://schemas.openxmlformats.org/officeDocument/2006/relationships/image" Target="/ppt/media/image19.png" Id="Rb1e0b22e65c24b0e" /><Relationship Type="http://schemas.openxmlformats.org/officeDocument/2006/relationships/image" Target="/ppt/media/image20.png" Id="R48346f50403c4083" /><Relationship Type="http://schemas.openxmlformats.org/officeDocument/2006/relationships/image" Target="/ppt/media/image9.png" Id="R45525ccb22cf43d7" /><Relationship Type="http://schemas.openxmlformats.org/officeDocument/2006/relationships/image" Target="/ppt/media/image7.png" Id="Rcee49b519db34f0b" /><Relationship Type="http://schemas.openxmlformats.org/officeDocument/2006/relationships/notesSlide" Target="/ppt/notesSlides/notesSlide7.xml" Id="Rbafa447b632f446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2C5ECC2-7A22-4E61-9CAE-9A33C8F5F79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78" name="Image 0"/>
          <p:cNvPicPr>
            <a:picLocks xmlns:a="http://schemas.openxmlformats.org/drawingml/2006/main" noChangeAspect="1"/>
          </p:cNvPicPr>
          <p:nvPr/>
        </p:nvPicPr>
        <p:blipFill>
          <a:blip xmlns:r="http://schemas.openxmlformats.org/officeDocument/2006/relationships" xmlns:a="http://schemas.openxmlformats.org/drawingml/2006/main" r:embed="R507e4800091e4e63">
            <a:alphaModFix amt="15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BDE8517B-1F58-482B-B954-703C3BB54CB9}"/>
              </a:ext>
            </a:extLst>
          </p:cNvPr>
          <p:cNvSpPr>
            <a:spLocks xmlns:a="http://schemas.openxmlformats.org/drawingml/2006/main" noGrp="1"/>
          </p:cNvSpPr>
          <p:nvPr/>
        </p:nvSpPr>
        <p:spPr>
          <a:xfrm xmlns:a="http://schemas.openxmlformats.org/drawingml/2006/main">
            <a:off x="571500" y="1143000"/>
            <a:ext cx="47549" cy="276149"/>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Shape 3">
            <a:extLst xmlns:a="http://schemas.openxmlformats.org/drawingml/2006/main">
              <a:ext uri="{FF2B5EF4-FFF2-40B4-BE49-F238E27FC236}">
                <a16:creationId xmlns:a16="http://schemas.microsoft.com/office/drawing/2014/main" id="{8DF092D1-D8D5-4ABE-856C-87BDCB624AC1}"/>
              </a:ext>
            </a:extLst>
          </p:cNvPr>
          <p:cNvSpPr>
            <a:spLocks xmlns:a="http://schemas.openxmlformats.org/drawingml/2006/main" noGrp="1"/>
          </p:cNvSpPr>
          <p:nvPr/>
        </p:nvSpPr>
        <p:spPr>
          <a:xfrm xmlns:a="http://schemas.openxmlformats.org/drawingml/2006/main">
            <a:off x="9182405" y="1170432"/>
            <a:ext cx="2438705" cy="362102"/>
          </a:xfrm>
          <a:prstGeom xmlns:a="http://schemas.openxmlformats.org/drawingml/2006/main" prst="roundRect">
            <a:avLst>
              <a:gd name="adj" fmla="val 26582"/>
            </a:avLst>
          </a:prstGeom>
          <a:solidFill xmlns:a="http://schemas.openxmlformats.org/drawingml/2006/main">
            <a:srgbClr val="FFFFFF">
              <a:alpha val="10000"/>
            </a:srgbClr>
          </a:solidFill>
          <a:ln xmlns:a="http://schemas.openxmlformats.org/drawingml/2006/main" w="12700">
            <a:solidFill>
              <a:srgbClr val="34D399"/>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4">
            <a:extLst xmlns:a="http://schemas.openxmlformats.org/drawingml/2006/main">
              <a:ext uri="{FF2B5EF4-FFF2-40B4-BE49-F238E27FC236}">
                <a16:creationId xmlns:a16="http://schemas.microsoft.com/office/drawing/2014/main" id="{696941BB-3611-414A-8B22-F45A75CB302F}"/>
              </a:ext>
            </a:extLst>
          </p:cNvPr>
          <p:cNvSpPr>
            <a:spLocks xmlns:a="http://schemas.openxmlformats.org/drawingml/2006/main" noGrp="1"/>
          </p:cNvSpPr>
          <p:nvPr/>
        </p:nvSpPr>
        <p:spPr>
          <a:xfrm xmlns:a="http://schemas.openxmlformats.org/drawingml/2006/main">
            <a:off x="571500" y="1712671"/>
            <a:ext cx="11048695" cy="2171700"/>
          </a:xfrm>
          <a:prstGeom xmlns:a="http://schemas.openxmlformats.org/drawingml/2006/main" prst="roundRect">
            <a:avLst>
              <a:gd name="adj" fmla="val 2216"/>
            </a:avLst>
          </a:prstGeom>
          <a:solidFill xmlns:a="http://schemas.openxmlformats.org/drawingml/2006/main">
            <a:srgbClr val="273383">
              <a:alpha val="30000"/>
            </a:srgbClr>
          </a:solidFill>
          <a:ln xmlns:a="http://schemas.openxmlformats.org/drawingml/2006/main" w="12700">
            <a:solidFill>
              <a:srgbClr val="88E555">
                <a:alpha val="20000"/>
              </a:srgbClr>
            </a:solidFill>
            <a:prstDash val="solid"/>
          </a:ln>
          <a:effectLst xmlns:a="http://schemas.openxmlformats.org/drawingml/2006/main">
            <a:outerShdw blurRad="190500" dist="101600" dir="5400000" algn="bl" rotWithShape="0">
              <a:srgbClr val="000000">
                <a:alpha val="20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82DF0FA5-DA06-4193-BDA7-3DF6DC3B5BE7}"/>
              </a:ext>
            </a:extLst>
          </p:cNvPr>
          <p:cNvSpPr>
            <a:spLocks xmlns:a="http://schemas.openxmlformats.org/drawingml/2006/main" noGrp="1"/>
          </p:cNvSpPr>
          <p:nvPr/>
        </p:nvSpPr>
        <p:spPr>
          <a:xfrm xmlns:a="http://schemas.openxmlformats.org/drawingml/2006/main">
            <a:off x="580644" y="1721815"/>
            <a:ext cx="1104595" cy="437998"/>
          </a:xfrm>
          <a:prstGeom xmlns:a="http://schemas.openxmlformats.org/drawingml/2006/main" prst="rect">
            <a:avLst/>
          </a:prstGeom>
          <a:solidFill xmlns:a="http://schemas.openxmlformats.org/drawingml/2006/main">
            <a:srgbClr val="273383"/>
          </a:solidFill>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D2AED644-6435-4626-96C1-B166192B187E}"/>
              </a:ext>
            </a:extLst>
          </p:cNvPr>
          <p:cNvSpPr>
            <a:spLocks xmlns:a="http://schemas.openxmlformats.org/drawingml/2006/main" noGrp="1"/>
          </p:cNvSpPr>
          <p:nvPr/>
        </p:nvSpPr>
        <p:spPr>
          <a:xfrm xmlns:a="http://schemas.openxmlformats.org/drawingml/2006/main">
            <a:off x="1684325" y="1721815"/>
            <a:ext cx="2210105" cy="437998"/>
          </a:xfrm>
          <a:prstGeom xmlns:a="http://schemas.openxmlformats.org/drawingml/2006/main" prst="rect">
            <a:avLst/>
          </a:prstGeom>
          <a:solidFill xmlns:a="http://schemas.openxmlformats.org/drawingml/2006/main">
            <a:srgbClr val="273383"/>
          </a:solidFill>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0137E561-279D-4CF9-94A0-3461068B3A78}"/>
              </a:ext>
            </a:extLst>
          </p:cNvPr>
          <p:cNvSpPr>
            <a:spLocks xmlns:a="http://schemas.openxmlformats.org/drawingml/2006/main" noGrp="1"/>
          </p:cNvSpPr>
          <p:nvPr/>
        </p:nvSpPr>
        <p:spPr>
          <a:xfrm xmlns:a="http://schemas.openxmlformats.org/drawingml/2006/main">
            <a:off x="3889858" y="1721815"/>
            <a:ext cx="4419295" cy="437998"/>
          </a:xfrm>
          <a:prstGeom xmlns:a="http://schemas.openxmlformats.org/drawingml/2006/main" prst="rect">
            <a:avLst/>
          </a:prstGeom>
          <a:solidFill xmlns:a="http://schemas.openxmlformats.org/drawingml/2006/main">
            <a:srgbClr val="273383"/>
          </a:solidFill>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41A1120E-1BCA-4B32-B1DE-D96A5D81B8AD}"/>
              </a:ext>
            </a:extLst>
          </p:cNvPr>
          <p:cNvSpPr>
            <a:spLocks xmlns:a="http://schemas.openxmlformats.org/drawingml/2006/main" noGrp="1"/>
          </p:cNvSpPr>
          <p:nvPr/>
        </p:nvSpPr>
        <p:spPr>
          <a:xfrm xmlns:a="http://schemas.openxmlformats.org/drawingml/2006/main">
            <a:off x="8301838" y="1721815"/>
            <a:ext cx="3314700" cy="437998"/>
          </a:xfrm>
          <a:prstGeom xmlns:a="http://schemas.openxmlformats.org/drawingml/2006/main" prst="rect">
            <a:avLst/>
          </a:prstGeom>
          <a:solidFill xmlns:a="http://schemas.openxmlformats.org/drawingml/2006/main">
            <a:srgbClr val="273383"/>
          </a:solidFill>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50029E55-658B-4243-A568-6DC5CF8ACFC4}"/>
              </a:ext>
            </a:extLst>
          </p:cNvPr>
          <p:cNvSpPr>
            <a:spLocks xmlns:a="http://schemas.openxmlformats.org/drawingml/2006/main" noGrp="1"/>
          </p:cNvSpPr>
          <p:nvPr/>
        </p:nvSpPr>
        <p:spPr>
          <a:xfrm xmlns:a="http://schemas.openxmlformats.org/drawingml/2006/main">
            <a:off x="580644" y="2604211"/>
            <a:ext cx="11045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15" name="Shape 10">
            <a:extLst xmlns:a="http://schemas.openxmlformats.org/drawingml/2006/main">
              <a:ext uri="{FF2B5EF4-FFF2-40B4-BE49-F238E27FC236}">
                <a16:creationId xmlns:a16="http://schemas.microsoft.com/office/drawing/2014/main" id="{ECD6E4E6-8735-4226-9249-B21658143909}"/>
              </a:ext>
            </a:extLst>
          </p:cNvPr>
          <p:cNvSpPr>
            <a:spLocks xmlns:a="http://schemas.openxmlformats.org/drawingml/2006/main" noGrp="1"/>
          </p:cNvSpPr>
          <p:nvPr/>
        </p:nvSpPr>
        <p:spPr>
          <a:xfrm xmlns:a="http://schemas.openxmlformats.org/drawingml/2006/main">
            <a:off x="1684325" y="2604211"/>
            <a:ext cx="221010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16" name="Shape 11">
            <a:extLst xmlns:a="http://schemas.openxmlformats.org/drawingml/2006/main">
              <a:ext uri="{FF2B5EF4-FFF2-40B4-BE49-F238E27FC236}">
                <a16:creationId xmlns:a16="http://schemas.microsoft.com/office/drawing/2014/main" id="{52D0C1BD-F1D1-4ECE-8964-1AE9F4D04279}"/>
              </a:ext>
            </a:extLst>
          </p:cNvPr>
          <p:cNvSpPr>
            <a:spLocks xmlns:a="http://schemas.openxmlformats.org/drawingml/2006/main" noGrp="1"/>
          </p:cNvSpPr>
          <p:nvPr/>
        </p:nvSpPr>
        <p:spPr>
          <a:xfrm xmlns:a="http://schemas.openxmlformats.org/drawingml/2006/main">
            <a:off x="3889858" y="2604211"/>
            <a:ext cx="44192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17" name="Shape 12">
            <a:extLst xmlns:a="http://schemas.openxmlformats.org/drawingml/2006/main">
              <a:ext uri="{FF2B5EF4-FFF2-40B4-BE49-F238E27FC236}">
                <a16:creationId xmlns:a16="http://schemas.microsoft.com/office/drawing/2014/main" id="{E76FB82E-1775-4697-9F5C-EEC0889D027D}"/>
              </a:ext>
            </a:extLst>
          </p:cNvPr>
          <p:cNvSpPr>
            <a:spLocks xmlns:a="http://schemas.openxmlformats.org/drawingml/2006/main" noGrp="1"/>
          </p:cNvSpPr>
          <p:nvPr/>
        </p:nvSpPr>
        <p:spPr>
          <a:xfrm xmlns:a="http://schemas.openxmlformats.org/drawingml/2006/main">
            <a:off x="8301838" y="2604211"/>
            <a:ext cx="3314700"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18" name="Shape 13">
            <a:extLst xmlns:a="http://schemas.openxmlformats.org/drawingml/2006/main">
              <a:ext uri="{FF2B5EF4-FFF2-40B4-BE49-F238E27FC236}">
                <a16:creationId xmlns:a16="http://schemas.microsoft.com/office/drawing/2014/main" id="{56DC0CEE-FA52-467D-B2EF-0C52060132BA}"/>
              </a:ext>
            </a:extLst>
          </p:cNvPr>
          <p:cNvSpPr>
            <a:spLocks xmlns:a="http://schemas.openxmlformats.org/drawingml/2006/main" noGrp="1"/>
          </p:cNvSpPr>
          <p:nvPr/>
        </p:nvSpPr>
        <p:spPr>
          <a:xfrm xmlns:a="http://schemas.openxmlformats.org/drawingml/2006/main">
            <a:off x="580644" y="2606954"/>
            <a:ext cx="11030407" cy="457200"/>
          </a:xfrm>
          <a:prstGeom xmlns:a="http://schemas.openxmlformats.org/drawingml/2006/main" prst="rect">
            <a:avLst/>
          </a:prstGeom>
          <a:solidFill xmlns:a="http://schemas.openxmlformats.org/drawingml/2006/main">
            <a:srgbClr val="FFFFFF">
              <a:alpha val="3000"/>
            </a:srgbClr>
          </a:solidFill>
        </p:spPr>
        <p:txBody>
          <a:bodyPr xmlns:a="http://schemas.openxmlformats.org/drawingml/2006/main"/>
          <a:lstStyle xmlns:a="http://schemas.openxmlformats.org/drawingml/2006/main"/>
          <a:p xmlns:a="http://schemas.openxmlformats.org/drawingml/2006/main">
            <a:endParaRPr/>
          </a:p>
        </p:txBody>
      </p:sp>
      <p:sp>
        <p:nvSpPr>
          <p:cNvPr id="19" name="Shape 14">
            <a:extLst xmlns:a="http://schemas.openxmlformats.org/drawingml/2006/main">
              <a:ext uri="{FF2B5EF4-FFF2-40B4-BE49-F238E27FC236}">
                <a16:creationId xmlns:a16="http://schemas.microsoft.com/office/drawing/2014/main" id="{D085C2AB-FB57-479C-BD4C-CD586FACC702}"/>
              </a:ext>
            </a:extLst>
          </p:cNvPr>
          <p:cNvSpPr>
            <a:spLocks xmlns:a="http://schemas.openxmlformats.org/drawingml/2006/main" noGrp="1"/>
          </p:cNvSpPr>
          <p:nvPr/>
        </p:nvSpPr>
        <p:spPr>
          <a:xfrm xmlns:a="http://schemas.openxmlformats.org/drawingml/2006/main">
            <a:off x="580644" y="3055010"/>
            <a:ext cx="11045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0" name="Shape 15">
            <a:extLst xmlns:a="http://schemas.openxmlformats.org/drawingml/2006/main">
              <a:ext uri="{FF2B5EF4-FFF2-40B4-BE49-F238E27FC236}">
                <a16:creationId xmlns:a16="http://schemas.microsoft.com/office/drawing/2014/main" id="{70D4E5D7-9BEA-4685-924D-4785F1A72EDA}"/>
              </a:ext>
            </a:extLst>
          </p:cNvPr>
          <p:cNvSpPr>
            <a:spLocks xmlns:a="http://schemas.openxmlformats.org/drawingml/2006/main" noGrp="1"/>
          </p:cNvSpPr>
          <p:nvPr/>
        </p:nvSpPr>
        <p:spPr>
          <a:xfrm xmlns:a="http://schemas.openxmlformats.org/drawingml/2006/main">
            <a:off x="1684325" y="3055010"/>
            <a:ext cx="221010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1" name="Shape 16">
            <a:extLst xmlns:a="http://schemas.openxmlformats.org/drawingml/2006/main">
              <a:ext uri="{FF2B5EF4-FFF2-40B4-BE49-F238E27FC236}">
                <a16:creationId xmlns:a16="http://schemas.microsoft.com/office/drawing/2014/main" id="{5B48E503-942C-46F8-AD26-08EF44FC22D2}"/>
              </a:ext>
            </a:extLst>
          </p:cNvPr>
          <p:cNvSpPr>
            <a:spLocks xmlns:a="http://schemas.openxmlformats.org/drawingml/2006/main" noGrp="1"/>
          </p:cNvSpPr>
          <p:nvPr/>
        </p:nvSpPr>
        <p:spPr>
          <a:xfrm xmlns:a="http://schemas.openxmlformats.org/drawingml/2006/main">
            <a:off x="3889858" y="3055010"/>
            <a:ext cx="44192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2" name="Shape 17">
            <a:extLst xmlns:a="http://schemas.openxmlformats.org/drawingml/2006/main">
              <a:ext uri="{FF2B5EF4-FFF2-40B4-BE49-F238E27FC236}">
                <a16:creationId xmlns:a16="http://schemas.microsoft.com/office/drawing/2014/main" id="{E50BC502-34B7-46E3-9E36-D3A9DCC86F2C}"/>
              </a:ext>
            </a:extLst>
          </p:cNvPr>
          <p:cNvSpPr>
            <a:spLocks xmlns:a="http://schemas.openxmlformats.org/drawingml/2006/main" noGrp="1"/>
          </p:cNvSpPr>
          <p:nvPr/>
        </p:nvSpPr>
        <p:spPr>
          <a:xfrm xmlns:a="http://schemas.openxmlformats.org/drawingml/2006/main">
            <a:off x="8301838" y="3055010"/>
            <a:ext cx="3314700"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3" name="Shape 18">
            <a:extLst xmlns:a="http://schemas.openxmlformats.org/drawingml/2006/main">
              <a:ext uri="{FF2B5EF4-FFF2-40B4-BE49-F238E27FC236}">
                <a16:creationId xmlns:a16="http://schemas.microsoft.com/office/drawing/2014/main" id="{34D4685E-95F9-42F8-BF6B-7E5AA928E154}"/>
              </a:ext>
            </a:extLst>
          </p:cNvPr>
          <p:cNvSpPr>
            <a:spLocks xmlns:a="http://schemas.openxmlformats.org/drawingml/2006/main" noGrp="1"/>
          </p:cNvSpPr>
          <p:nvPr/>
        </p:nvSpPr>
        <p:spPr>
          <a:xfrm xmlns:a="http://schemas.openxmlformats.org/drawingml/2006/main">
            <a:off x="580644" y="3510382"/>
            <a:ext cx="11045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4" name="Shape 19">
            <a:extLst xmlns:a="http://schemas.openxmlformats.org/drawingml/2006/main">
              <a:ext uri="{FF2B5EF4-FFF2-40B4-BE49-F238E27FC236}">
                <a16:creationId xmlns:a16="http://schemas.microsoft.com/office/drawing/2014/main" id="{681A52AF-E8FE-4AE1-9E34-AF1122E99939}"/>
              </a:ext>
            </a:extLst>
          </p:cNvPr>
          <p:cNvSpPr>
            <a:spLocks xmlns:a="http://schemas.openxmlformats.org/drawingml/2006/main" noGrp="1"/>
          </p:cNvSpPr>
          <p:nvPr/>
        </p:nvSpPr>
        <p:spPr>
          <a:xfrm xmlns:a="http://schemas.openxmlformats.org/drawingml/2006/main">
            <a:off x="1684325" y="3510382"/>
            <a:ext cx="221010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5" name="Shape 20">
            <a:extLst xmlns:a="http://schemas.openxmlformats.org/drawingml/2006/main">
              <a:ext uri="{FF2B5EF4-FFF2-40B4-BE49-F238E27FC236}">
                <a16:creationId xmlns:a16="http://schemas.microsoft.com/office/drawing/2014/main" id="{2948B66A-8E8A-4F98-AF31-15D4F99CB364}"/>
              </a:ext>
            </a:extLst>
          </p:cNvPr>
          <p:cNvSpPr>
            <a:spLocks xmlns:a="http://schemas.openxmlformats.org/drawingml/2006/main" noGrp="1"/>
          </p:cNvSpPr>
          <p:nvPr/>
        </p:nvSpPr>
        <p:spPr>
          <a:xfrm xmlns:a="http://schemas.openxmlformats.org/drawingml/2006/main">
            <a:off x="3889858" y="3510382"/>
            <a:ext cx="44192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DE1E3161-ACB9-40BF-A0B2-FC773C258A85}"/>
              </a:ext>
            </a:extLst>
          </p:cNvPr>
          <p:cNvSpPr>
            <a:spLocks xmlns:a="http://schemas.openxmlformats.org/drawingml/2006/main" noGrp="1"/>
          </p:cNvSpPr>
          <p:nvPr/>
        </p:nvSpPr>
        <p:spPr>
          <a:xfrm xmlns:a="http://schemas.openxmlformats.org/drawingml/2006/main">
            <a:off x="8301838" y="3510382"/>
            <a:ext cx="3314700"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7" name="Shape 22">
            <a:extLst xmlns:a="http://schemas.openxmlformats.org/drawingml/2006/main">
              <a:ext uri="{FF2B5EF4-FFF2-40B4-BE49-F238E27FC236}">
                <a16:creationId xmlns:a16="http://schemas.microsoft.com/office/drawing/2014/main" id="{4F24866D-659B-410D-8883-D2A0318E0AB6}"/>
              </a:ext>
            </a:extLst>
          </p:cNvPr>
          <p:cNvSpPr>
            <a:spLocks xmlns:a="http://schemas.openxmlformats.org/drawingml/2006/main" noGrp="1"/>
          </p:cNvSpPr>
          <p:nvPr/>
        </p:nvSpPr>
        <p:spPr>
          <a:xfrm xmlns:a="http://schemas.openxmlformats.org/drawingml/2006/main">
            <a:off x="580644" y="3517697"/>
            <a:ext cx="11030407" cy="457200"/>
          </a:xfrm>
          <a:prstGeom xmlns:a="http://schemas.openxmlformats.org/drawingml/2006/main" prst="rect">
            <a:avLst/>
          </a:prstGeom>
          <a:solidFill xmlns:a="http://schemas.openxmlformats.org/drawingml/2006/main">
            <a:srgbClr val="FFFFFF">
              <a:alpha val="3000"/>
            </a:srgbClr>
          </a:solidFill>
        </p:spPr>
        <p:txBody>
          <a:bodyPr xmlns:a="http://schemas.openxmlformats.org/drawingml/2006/main"/>
          <a:lstStyle xmlns:a="http://schemas.openxmlformats.org/drawingml/2006/main"/>
          <a:p xmlns:a="http://schemas.openxmlformats.org/drawingml/2006/main">
            <a:endParaRPr/>
          </a:p>
        </p:txBody>
      </p:sp>
      <p:pic>
        <p:nvPicPr>
          <p:cNvPr id="100" name="Image 3"/>
          <p:cNvPicPr>
            <a:picLocks xmlns:a="http://schemas.openxmlformats.org/drawingml/2006/main" noChangeAspect="1"/>
          </p:cNvPicPr>
          <p:nvPr/>
        </p:nvPicPr>
        <p:blipFill>
          <a:blip xmlns:r="http://schemas.openxmlformats.org/officeDocument/2006/relationships" xmlns:a="http://schemas.openxmlformats.org/drawingml/2006/main" r:embed="R0cfb0fe1cb9d4202"/>
          <a:srcRect xmlns:a="http://schemas.openxmlformats.org/drawingml/2006/main" l="0" t="0" r="0" b="0"/>
          <a:stretch xmlns:a="http://schemas.openxmlformats.org/drawingml/2006/main"/>
        </p:blipFill>
        <p:spPr>
          <a:xfrm xmlns:a="http://schemas.openxmlformats.org/drawingml/2006/main">
            <a:off x="571500" y="4151376"/>
            <a:ext cx="133502" cy="133502"/>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BDEA2B05-3D3F-4DA8-895D-FF8CB342B6CD}"/>
              </a:ext>
            </a:extLst>
          </p:cNvPr>
          <p:cNvSpPr>
            <a:spLocks xmlns:a="http://schemas.openxmlformats.org/drawingml/2006/main" noGrp="1"/>
          </p:cNvSpPr>
          <p:nvPr/>
        </p:nvSpPr>
        <p:spPr>
          <a:xfrm xmlns:a="http://schemas.openxmlformats.org/drawingml/2006/main">
            <a:off x="780898" y="4120286"/>
            <a:ext cx="557418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i="1">
                <a:solidFill>
                  <a:srgbClr val="AAAAAA"/>
                </a:solidFill>
                <a:latin typeface="Poppins"/>
                <a:ea typeface="Poppins"/>
                <a:cs typeface="Poppins"/>
              </a:rPr>
              <a:t>SEMICON India Hackathon 2026 — PS1 Submission</a:t>
            </a:r>
            <a:endParaRPr sz="1000" b="1"/>
          </a:p>
        </p:txBody>
      </p:sp>
      <p:sp>
        <p:nvSpPr>
          <p:cNvPr id="30" name="Shape 24">
            <a:extLst xmlns:a="http://schemas.openxmlformats.org/drawingml/2006/main">
              <a:ext uri="{FF2B5EF4-FFF2-40B4-BE49-F238E27FC236}">
                <a16:creationId xmlns:a16="http://schemas.microsoft.com/office/drawing/2014/main" id="{861F613C-90D7-4454-9B06-A3680528F51B}"/>
              </a:ext>
            </a:extLst>
          </p:cNvPr>
          <p:cNvSpPr>
            <a:spLocks xmlns:a="http://schemas.openxmlformats.org/drawingml/2006/main" noGrp="1"/>
          </p:cNvSpPr>
          <p:nvPr/>
        </p:nvSpPr>
        <p:spPr>
          <a:xfrm xmlns:a="http://schemas.openxmlformats.org/drawingml/2006/main">
            <a:off x="571500" y="4543654"/>
            <a:ext cx="11048695" cy="2029054"/>
          </a:xfrm>
          <a:prstGeom xmlns:a="http://schemas.openxmlformats.org/drawingml/2006/main" prst="roundRect">
            <a:avLst>
              <a:gd name="adj" fmla="val 2539"/>
            </a:avLst>
          </a:prstGeom>
          <a:solidFill xmlns:a="http://schemas.openxmlformats.org/drawingml/2006/main">
            <a:srgbClr val="FFFFFF">
              <a:alpha val="5000"/>
            </a:srgbClr>
          </a:solidFill>
          <a:ln xmlns:a="http://schemas.openxmlformats.org/drawingml/2006/main" w="12700">
            <a:solidFill>
              <a:srgbClr val="1E3A8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B18AF26B-112D-46E7-B58E-051DD4748825}"/>
              </a:ext>
            </a:extLst>
          </p:cNvPr>
          <p:cNvSpPr>
            <a:spLocks xmlns:a="http://schemas.openxmlformats.org/drawingml/2006/main" noGrp="1"/>
          </p:cNvSpPr>
          <p:nvPr/>
        </p:nvSpPr>
        <p:spPr>
          <a:xfrm xmlns:a="http://schemas.openxmlformats.org/drawingml/2006/main">
            <a:off x="771754" y="5048402"/>
            <a:ext cx="10649102" cy="437998"/>
          </a:xfrm>
          <a:prstGeom xmlns:a="http://schemas.openxmlformats.org/drawingml/2006/main" prst="roundRect">
            <a:avLst>
              <a:gd name="adj" fmla="val 27231"/>
            </a:avLst>
          </a:prstGeom>
          <a:solidFill xmlns:a="http://schemas.openxmlformats.org/drawingml/2006/main">
            <a:srgbClr val="FFFFFF">
              <a:alpha val="10000"/>
            </a:srgbClr>
          </a:solidFill>
          <a:ln xmlns:a="http://schemas.openxmlformats.org/drawingml/2006/main" w="12700">
            <a:solidFill>
              <a:srgbClr val="AEFF82">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Shape 26">
            <a:extLst xmlns:a="http://schemas.openxmlformats.org/drawingml/2006/main">
              <a:ext uri="{FF2B5EF4-FFF2-40B4-BE49-F238E27FC236}">
                <a16:creationId xmlns:a16="http://schemas.microsoft.com/office/drawing/2014/main" id="{E84216D2-3316-4773-86A1-83409492F945}"/>
              </a:ext>
            </a:extLst>
          </p:cNvPr>
          <p:cNvSpPr>
            <a:spLocks xmlns:a="http://schemas.openxmlformats.org/drawingml/2006/main" noGrp="1"/>
          </p:cNvSpPr>
          <p:nvPr/>
        </p:nvSpPr>
        <p:spPr>
          <a:xfrm xmlns:a="http://schemas.openxmlformats.org/drawingml/2006/main">
            <a:off x="771754" y="5934456"/>
            <a:ext cx="5229454" cy="437998"/>
          </a:xfrm>
          <a:prstGeom xmlns:a="http://schemas.openxmlformats.org/drawingml/2006/main" prst="roundRect">
            <a:avLst>
              <a:gd name="adj" fmla="val 27231"/>
            </a:avLst>
          </a:prstGeom>
          <a:solidFill xmlns:a="http://schemas.openxmlformats.org/drawingml/2006/main">
            <a:srgbClr val="FFFFFF">
              <a:alpha val="10000"/>
            </a:srgbClr>
          </a:solidFill>
          <a:ln xmlns:a="http://schemas.openxmlformats.org/drawingml/2006/main" w="12700">
            <a:solidFill>
              <a:srgbClr val="AEFF82">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Shape 27">
            <a:extLst xmlns:a="http://schemas.openxmlformats.org/drawingml/2006/main">
              <a:ext uri="{FF2B5EF4-FFF2-40B4-BE49-F238E27FC236}">
                <a16:creationId xmlns:a16="http://schemas.microsoft.com/office/drawing/2014/main" id="{0497F30F-FA61-4E4A-A7DF-EA6BD525C30A}"/>
              </a:ext>
            </a:extLst>
          </p:cNvPr>
          <p:cNvSpPr>
            <a:spLocks xmlns:a="http://schemas.openxmlformats.org/drawingml/2006/main" noGrp="1"/>
          </p:cNvSpPr>
          <p:nvPr/>
        </p:nvSpPr>
        <p:spPr>
          <a:xfrm xmlns:a="http://schemas.openxmlformats.org/drawingml/2006/main">
            <a:off x="6191402" y="5934456"/>
            <a:ext cx="5229454" cy="437998"/>
          </a:xfrm>
          <a:prstGeom xmlns:a="http://schemas.openxmlformats.org/drawingml/2006/main" prst="roundRect">
            <a:avLst>
              <a:gd name="adj" fmla="val 27231"/>
            </a:avLst>
          </a:prstGeom>
          <a:solidFill xmlns:a="http://schemas.openxmlformats.org/drawingml/2006/main">
            <a:srgbClr val="FFFFFF">
              <a:alpha val="10000"/>
            </a:srgbClr>
          </a:solidFill>
          <a:ln xmlns:a="http://schemas.openxmlformats.org/drawingml/2006/main" w="12700">
            <a:solidFill>
              <a:srgbClr val="AEFF82">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28">
            <a:extLst xmlns:a="http://schemas.openxmlformats.org/drawingml/2006/main">
              <a:ext uri="{FF2B5EF4-FFF2-40B4-BE49-F238E27FC236}">
                <a16:creationId xmlns:a16="http://schemas.microsoft.com/office/drawing/2014/main" id="{60CFCFC2-022D-46F0-B02D-E5BC696B08E3}"/>
              </a:ext>
            </a:extLst>
          </p:cNvPr>
          <p:cNvSpPr>
            <a:spLocks xmlns:a="http://schemas.openxmlformats.org/drawingml/2006/main" noGrp="1"/>
          </p:cNvSpPr>
          <p:nvPr/>
        </p:nvSpPr>
        <p:spPr>
          <a:xfrm xmlns:a="http://schemas.openxmlformats.org/drawingml/2006/main">
            <a:off x="761695" y="1086307"/>
            <a:ext cx="2053742" cy="3813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100" b="1">
                <a:solidFill>
                  <a:srgbClr val="FFFFFF"/>
                </a:solidFill>
                <a:latin typeface="Poppins"/>
                <a:ea typeface="Poppins"/>
                <a:cs typeface="Poppins"/>
              </a:rPr>
              <a:t>AI Restoration Project Team</a:t>
            </a:r>
            <a:endParaRPr sz="2100"/>
          </a:p>
        </p:txBody>
      </p:sp>
      <p:sp>
        <p:nvSpPr>
          <p:cNvPr id="35" name="Text 29">
            <a:extLst xmlns:a="http://schemas.openxmlformats.org/drawingml/2006/main">
              <a:ext uri="{FF2B5EF4-FFF2-40B4-BE49-F238E27FC236}">
                <a16:creationId xmlns:a16="http://schemas.microsoft.com/office/drawing/2014/main" id="{CCDEA84C-A4B1-4760-810D-B11CB8EBF407}"/>
              </a:ext>
            </a:extLst>
          </p:cNvPr>
          <p:cNvSpPr>
            <a:spLocks xmlns:a="http://schemas.openxmlformats.org/drawingml/2006/main" noGrp="1"/>
          </p:cNvSpPr>
          <p:nvPr/>
        </p:nvSpPr>
        <p:spPr>
          <a:xfrm xmlns:a="http://schemas.openxmlformats.org/drawingml/2006/main">
            <a:off x="8076895" y="1237183"/>
            <a:ext cx="110551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AEFF82"/>
                </a:solidFill>
                <a:latin typeface="Poppins"/>
                <a:ea typeface="Poppins"/>
                <a:cs typeface="Poppins"/>
              </a:rPr>
              <a:t>Team Name:</a:t>
            </a:r>
            <a:endParaRPr sz="1200"/>
          </a:p>
        </p:txBody>
      </p:sp>
      <p:sp>
        <p:nvSpPr>
          <p:cNvPr id="36" name="Text 30">
            <a:extLst xmlns:a="http://schemas.openxmlformats.org/drawingml/2006/main">
              <a:ext uri="{FF2B5EF4-FFF2-40B4-BE49-F238E27FC236}">
                <a16:creationId xmlns:a16="http://schemas.microsoft.com/office/drawing/2014/main" id="{385D14E0-293D-4749-9E92-6CA9EFF64458}"/>
              </a:ext>
            </a:extLst>
          </p:cNvPr>
          <p:cNvSpPr>
            <a:spLocks xmlns:a="http://schemas.openxmlformats.org/drawingml/2006/main" noGrp="1"/>
          </p:cNvSpPr>
          <p:nvPr/>
        </p:nvSpPr>
        <p:spPr>
          <a:xfrm xmlns:a="http://schemas.openxmlformats.org/drawingml/2006/main">
            <a:off x="771754" y="1836115"/>
            <a:ext cx="598932"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AEFF82"/>
                </a:solidFill>
                <a:latin typeface="Poppins"/>
                <a:ea typeface="Poppins"/>
                <a:cs typeface="Poppins"/>
              </a:rPr>
              <a:t>SR. NO</a:t>
            </a:r>
            <a:endParaRPr sz="1000"/>
          </a:p>
        </p:txBody>
      </p:sp>
      <p:sp>
        <p:nvSpPr>
          <p:cNvPr id="37" name="Text 31">
            <a:extLst xmlns:a="http://schemas.openxmlformats.org/drawingml/2006/main">
              <a:ext uri="{FF2B5EF4-FFF2-40B4-BE49-F238E27FC236}">
                <a16:creationId xmlns:a16="http://schemas.microsoft.com/office/drawing/2014/main" id="{BAFE81A1-337F-49E4-9DC3-E30FAC655DC8}"/>
              </a:ext>
            </a:extLst>
          </p:cNvPr>
          <p:cNvSpPr>
            <a:spLocks xmlns:a="http://schemas.openxmlformats.org/drawingml/2006/main" noGrp="1"/>
          </p:cNvSpPr>
          <p:nvPr/>
        </p:nvSpPr>
        <p:spPr>
          <a:xfrm xmlns:a="http://schemas.openxmlformats.org/drawingml/2006/main">
            <a:off x="1874520" y="1836115"/>
            <a:ext cx="465430"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AEFF82"/>
                </a:solidFill>
                <a:latin typeface="Poppins"/>
                <a:ea typeface="Poppins"/>
                <a:cs typeface="Poppins"/>
              </a:rPr>
              <a:t>ROLE</a:t>
            </a:r>
            <a:endParaRPr sz="1000"/>
          </a:p>
        </p:txBody>
      </p:sp>
      <p:sp>
        <p:nvSpPr>
          <p:cNvPr id="38" name="Text 32">
            <a:extLst xmlns:a="http://schemas.openxmlformats.org/drawingml/2006/main">
              <a:ext uri="{FF2B5EF4-FFF2-40B4-BE49-F238E27FC236}">
                <a16:creationId xmlns:a16="http://schemas.microsoft.com/office/drawing/2014/main" id="{B51A034B-F72A-49C2-B3BE-D7BEE3529847}"/>
              </a:ext>
            </a:extLst>
          </p:cNvPr>
          <p:cNvSpPr>
            <a:spLocks xmlns:a="http://schemas.openxmlformats.org/drawingml/2006/main" noGrp="1"/>
          </p:cNvSpPr>
          <p:nvPr/>
        </p:nvSpPr>
        <p:spPr>
          <a:xfrm xmlns:a="http://schemas.openxmlformats.org/drawingml/2006/main">
            <a:off x="4080053" y="1836115"/>
            <a:ext cx="532181"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AEFF82"/>
                </a:solidFill>
                <a:latin typeface="Poppins"/>
                <a:ea typeface="Poppins"/>
                <a:cs typeface="Poppins"/>
              </a:rPr>
              <a:t>NAME</a:t>
            </a:r>
            <a:endParaRPr sz="1000"/>
          </a:p>
        </p:txBody>
      </p:sp>
      <p:sp>
        <p:nvSpPr>
          <p:cNvPr id="39" name="Text 33">
            <a:extLst xmlns:a="http://schemas.openxmlformats.org/drawingml/2006/main">
              <a:ext uri="{FF2B5EF4-FFF2-40B4-BE49-F238E27FC236}">
                <a16:creationId xmlns:a16="http://schemas.microsoft.com/office/drawing/2014/main" id="{2E5EDA43-5E83-4679-9CD6-3FAEFE35CB37}"/>
              </a:ext>
            </a:extLst>
          </p:cNvPr>
          <p:cNvSpPr>
            <a:spLocks xmlns:a="http://schemas.openxmlformats.org/drawingml/2006/main" noGrp="1"/>
          </p:cNvSpPr>
          <p:nvPr/>
        </p:nvSpPr>
        <p:spPr>
          <a:xfrm xmlns:a="http://schemas.openxmlformats.org/drawingml/2006/main">
            <a:off x="8492033" y="1836115"/>
            <a:ext cx="1313078"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AEFF82"/>
                </a:solidFill>
                <a:latin typeface="Poppins"/>
                <a:ea typeface="Poppins"/>
                <a:cs typeface="Poppins"/>
              </a:rPr>
              <a:t>ACADEMIC YEAR</a:t>
            </a:r>
            <a:endParaRPr sz="1000"/>
          </a:p>
        </p:txBody>
      </p:sp>
      <p:sp>
        <p:nvSpPr>
          <p:cNvPr id="40" name="Text 34">
            <a:extLst xmlns:a="http://schemas.openxmlformats.org/drawingml/2006/main">
              <a:ext uri="{FF2B5EF4-FFF2-40B4-BE49-F238E27FC236}">
                <a16:creationId xmlns:a16="http://schemas.microsoft.com/office/drawing/2014/main" id="{8EC956BF-1ACC-499B-A85B-C85A068235E5}"/>
              </a:ext>
            </a:extLst>
          </p:cNvPr>
          <p:cNvSpPr>
            <a:spLocks xmlns:a="http://schemas.openxmlformats.org/drawingml/2006/main" noGrp="1"/>
          </p:cNvSpPr>
          <p:nvPr/>
        </p:nvSpPr>
        <p:spPr>
          <a:xfrm xmlns:a="http://schemas.openxmlformats.org/drawingml/2006/main">
            <a:off x="771754" y="2270455"/>
            <a:ext cx="15636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1</a:t>
            </a:r>
            <a:endParaRPr sz="1100"/>
          </a:p>
        </p:txBody>
      </p:sp>
      <p:sp>
        <p:nvSpPr>
          <p:cNvPr id="41" name="Text 35">
            <a:extLst xmlns:a="http://schemas.openxmlformats.org/drawingml/2006/main">
              <a:ext uri="{FF2B5EF4-FFF2-40B4-BE49-F238E27FC236}">
                <a16:creationId xmlns:a16="http://schemas.microsoft.com/office/drawing/2014/main" id="{DC09387F-A958-4A4E-97F9-2FEB4BB924B0}"/>
              </a:ext>
            </a:extLst>
          </p:cNvPr>
          <p:cNvSpPr>
            <a:spLocks xmlns:a="http://schemas.openxmlformats.org/drawingml/2006/main" noGrp="1"/>
          </p:cNvSpPr>
          <p:nvPr/>
        </p:nvSpPr>
        <p:spPr>
          <a:xfrm xmlns:a="http://schemas.openxmlformats.org/drawingml/2006/main">
            <a:off x="1874520" y="2270455"/>
            <a:ext cx="107076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b="1">
                <a:solidFill>
                  <a:srgbClr val="E0E0E0"/>
                </a:solidFill>
                <a:latin typeface="Poppins"/>
                <a:ea typeface="Poppins"/>
                <a:cs typeface="Poppins"/>
              </a:rPr>
              <a:t>Team Leader</a:t>
            </a:r>
            <a:endParaRPr sz="1100"/>
          </a:p>
        </p:txBody>
      </p:sp>
      <p:sp>
        <p:nvSpPr>
          <p:cNvPr id="42" name="Text 36">
            <a:extLst xmlns:a="http://schemas.openxmlformats.org/drawingml/2006/main">
              <a:ext uri="{FF2B5EF4-FFF2-40B4-BE49-F238E27FC236}">
                <a16:creationId xmlns:a16="http://schemas.microsoft.com/office/drawing/2014/main" id="{7890D7BA-EC05-4F7D-921C-FE730F1816E4}"/>
              </a:ext>
            </a:extLst>
          </p:cNvPr>
          <p:cNvSpPr>
            <a:spLocks xmlns:a="http://schemas.openxmlformats.org/drawingml/2006/main" noGrp="1"/>
          </p:cNvSpPr>
          <p:nvPr/>
        </p:nvSpPr>
        <p:spPr>
          <a:xfrm xmlns:a="http://schemas.openxmlformats.org/drawingml/2006/main">
            <a:off x="771754" y="2725826"/>
            <a:ext cx="194767"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2</a:t>
            </a:r>
            <a:endParaRPr sz="1100"/>
          </a:p>
        </p:txBody>
      </p:sp>
      <p:sp>
        <p:nvSpPr>
          <p:cNvPr id="43" name="Text 37">
            <a:extLst xmlns:a="http://schemas.openxmlformats.org/drawingml/2006/main">
              <a:ext uri="{FF2B5EF4-FFF2-40B4-BE49-F238E27FC236}">
                <a16:creationId xmlns:a16="http://schemas.microsoft.com/office/drawing/2014/main" id="{8031A4B6-EAC5-4BFA-B768-EF578A409DB8}"/>
              </a:ext>
            </a:extLst>
          </p:cNvPr>
          <p:cNvSpPr>
            <a:spLocks xmlns:a="http://schemas.openxmlformats.org/drawingml/2006/main" noGrp="1"/>
          </p:cNvSpPr>
          <p:nvPr/>
        </p:nvSpPr>
        <p:spPr>
          <a:xfrm xmlns:a="http://schemas.openxmlformats.org/drawingml/2006/main">
            <a:off x="1874520" y="2725826"/>
            <a:ext cx="80467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Member 1</a:t>
            </a:r>
            <a:endParaRPr sz="1100"/>
          </a:p>
        </p:txBody>
      </p:sp>
      <p:sp>
        <p:nvSpPr>
          <p:cNvPr id="44" name="Text 38">
            <a:extLst xmlns:a="http://schemas.openxmlformats.org/drawingml/2006/main">
              <a:ext uri="{FF2B5EF4-FFF2-40B4-BE49-F238E27FC236}">
                <a16:creationId xmlns:a16="http://schemas.microsoft.com/office/drawing/2014/main" id="{BB8545F2-629A-434B-9BAA-652B11222A05}"/>
              </a:ext>
            </a:extLst>
          </p:cNvPr>
          <p:cNvSpPr>
            <a:spLocks xmlns:a="http://schemas.openxmlformats.org/drawingml/2006/main" noGrp="1"/>
          </p:cNvSpPr>
          <p:nvPr/>
        </p:nvSpPr>
        <p:spPr>
          <a:xfrm xmlns:a="http://schemas.openxmlformats.org/drawingml/2006/main">
            <a:off x="771754" y="3181198"/>
            <a:ext cx="194767"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3</a:t>
            </a:r>
            <a:endParaRPr sz="1100"/>
          </a:p>
        </p:txBody>
      </p:sp>
      <p:sp>
        <p:nvSpPr>
          <p:cNvPr id="45" name="Text 39">
            <a:extLst xmlns:a="http://schemas.openxmlformats.org/drawingml/2006/main">
              <a:ext uri="{FF2B5EF4-FFF2-40B4-BE49-F238E27FC236}">
                <a16:creationId xmlns:a16="http://schemas.microsoft.com/office/drawing/2014/main" id="{0155C575-755A-42E7-98D7-E4A7D31284DB}"/>
              </a:ext>
            </a:extLst>
          </p:cNvPr>
          <p:cNvSpPr>
            <a:spLocks xmlns:a="http://schemas.openxmlformats.org/drawingml/2006/main" noGrp="1"/>
          </p:cNvSpPr>
          <p:nvPr/>
        </p:nvSpPr>
        <p:spPr>
          <a:xfrm xmlns:a="http://schemas.openxmlformats.org/drawingml/2006/main">
            <a:off x="1874520" y="3181198"/>
            <a:ext cx="84216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Member 2</a:t>
            </a:r>
            <a:endParaRPr sz="1100"/>
          </a:p>
        </p:txBody>
      </p:sp>
      <p:sp>
        <p:nvSpPr>
          <p:cNvPr id="46" name="Text 40">
            <a:extLst xmlns:a="http://schemas.openxmlformats.org/drawingml/2006/main">
              <a:ext uri="{FF2B5EF4-FFF2-40B4-BE49-F238E27FC236}">
                <a16:creationId xmlns:a16="http://schemas.microsoft.com/office/drawing/2014/main" id="{E93EB0CF-2E07-4E72-B8C9-CB7CBA2575FE}"/>
              </a:ext>
            </a:extLst>
          </p:cNvPr>
          <p:cNvSpPr>
            <a:spLocks xmlns:a="http://schemas.openxmlformats.org/drawingml/2006/main" noGrp="1"/>
          </p:cNvSpPr>
          <p:nvPr/>
        </p:nvSpPr>
        <p:spPr>
          <a:xfrm xmlns:a="http://schemas.openxmlformats.org/drawingml/2006/main">
            <a:off x="771754" y="3636569"/>
            <a:ext cx="203911"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4</a:t>
            </a:r>
            <a:endParaRPr sz="1100"/>
          </a:p>
        </p:txBody>
      </p:sp>
      <p:sp>
        <p:nvSpPr>
          <p:cNvPr id="47" name="Text 41">
            <a:extLst xmlns:a="http://schemas.openxmlformats.org/drawingml/2006/main">
              <a:ext uri="{FF2B5EF4-FFF2-40B4-BE49-F238E27FC236}">
                <a16:creationId xmlns:a16="http://schemas.microsoft.com/office/drawing/2014/main" id="{85EDB43F-88A8-486D-AD37-C7792529D2AF}"/>
              </a:ext>
            </a:extLst>
          </p:cNvPr>
          <p:cNvSpPr>
            <a:spLocks xmlns:a="http://schemas.openxmlformats.org/drawingml/2006/main" noGrp="1"/>
          </p:cNvSpPr>
          <p:nvPr/>
        </p:nvSpPr>
        <p:spPr>
          <a:xfrm xmlns:a="http://schemas.openxmlformats.org/drawingml/2006/main">
            <a:off x="1874520" y="3636569"/>
            <a:ext cx="84216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Member 3</a:t>
            </a:r>
            <a:endParaRPr sz="1100"/>
          </a:p>
        </p:txBody>
      </p:sp>
      <p:pic>
        <p:nvPicPr>
          <p:cNvPr id="120" name="Image 4"/>
          <p:cNvPicPr>
            <a:picLocks xmlns:a="http://schemas.openxmlformats.org/drawingml/2006/main" noChangeAspect="1"/>
          </p:cNvPicPr>
          <p:nvPr/>
        </p:nvPicPr>
        <p:blipFill>
          <a:blip xmlns:r="http://schemas.openxmlformats.org/officeDocument/2006/relationships" xmlns:a="http://schemas.openxmlformats.org/drawingml/2006/main" r:embed="Rbb702243cdac4183"/>
          <a:srcRect xmlns:a="http://schemas.openxmlformats.org/drawingml/2006/main" l="-2994" t="0" r="-2994" b="0"/>
          <a:stretch xmlns:a="http://schemas.openxmlformats.org/drawingml/2006/main"/>
        </p:blipFill>
        <p:spPr>
          <a:xfrm xmlns:a="http://schemas.openxmlformats.org/drawingml/2006/main">
            <a:off x="771754" y="4772254"/>
            <a:ext cx="161849" cy="152705"/>
          </a:xfrm>
          <a:prstGeom xmlns:a="http://schemas.openxmlformats.org/drawingml/2006/main" prst="rect">
            <a:avLst/>
          </a:prstGeom>
        </p:spPr>
      </p:pic>
      <p:sp>
        <p:nvSpPr>
          <p:cNvPr id="49" name="Text 42">
            <a:extLst xmlns:a="http://schemas.openxmlformats.org/drawingml/2006/main">
              <a:ext uri="{FF2B5EF4-FFF2-40B4-BE49-F238E27FC236}">
                <a16:creationId xmlns:a16="http://schemas.microsoft.com/office/drawing/2014/main" id="{66C48052-C2F9-449F-93C6-08A703F6CFF9}"/>
              </a:ext>
            </a:extLst>
          </p:cNvPr>
          <p:cNvSpPr>
            <a:spLocks xmlns:a="http://schemas.openxmlformats.org/drawingml/2006/main" noGrp="1"/>
          </p:cNvSpPr>
          <p:nvPr/>
        </p:nvSpPr>
        <p:spPr>
          <a:xfrm xmlns:a="http://schemas.openxmlformats.org/drawingml/2006/main">
            <a:off x="1009498" y="4743907"/>
            <a:ext cx="134325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AEFF82"/>
                </a:solidFill>
                <a:latin typeface="Poppins"/>
                <a:ea typeface="Poppins"/>
                <a:cs typeface="Poppins"/>
              </a:rPr>
              <a:t>COLLEGE NAME</a:t>
            </a:r>
            <a:endParaRPr sz="1200"/>
          </a:p>
        </p:txBody>
      </p:sp>
      <p:pic>
        <p:nvPicPr>
          <p:cNvPr id="122" name="Image 5"/>
          <p:cNvPicPr>
            <a:picLocks xmlns:a="http://schemas.openxmlformats.org/drawingml/2006/main" noChangeAspect="1"/>
          </p:cNvPicPr>
          <p:nvPr/>
        </p:nvPicPr>
        <p:blipFill>
          <a:blip xmlns:r="http://schemas.openxmlformats.org/officeDocument/2006/relationships" xmlns:a="http://schemas.openxmlformats.org/drawingml/2006/main" r:embed="Ra10609fed1b84352"/>
          <a:srcRect xmlns:a="http://schemas.openxmlformats.org/drawingml/2006/main" l="-2994" t="0" r="-2994" b="0"/>
          <a:stretch xmlns:a="http://schemas.openxmlformats.org/drawingml/2006/main"/>
        </p:blipFill>
        <p:spPr>
          <a:xfrm xmlns:a="http://schemas.openxmlformats.org/drawingml/2006/main">
            <a:off x="771754" y="5658307"/>
            <a:ext cx="161849" cy="152705"/>
          </a:xfrm>
          <a:prstGeom xmlns:a="http://schemas.openxmlformats.org/drawingml/2006/main" prst="rect">
            <a:avLst/>
          </a:prstGeom>
        </p:spPr>
      </p:pic>
      <p:sp>
        <p:nvSpPr>
          <p:cNvPr id="51" name="Text 43">
            <a:extLst xmlns:a="http://schemas.openxmlformats.org/drawingml/2006/main">
              <a:ext uri="{FF2B5EF4-FFF2-40B4-BE49-F238E27FC236}">
                <a16:creationId xmlns:a16="http://schemas.microsoft.com/office/drawing/2014/main" id="{3A4C46F8-CDEA-4F7F-9397-3BAC5B1B26D1}"/>
              </a:ext>
            </a:extLst>
          </p:cNvPr>
          <p:cNvSpPr>
            <a:spLocks xmlns:a="http://schemas.openxmlformats.org/drawingml/2006/main" noGrp="1"/>
          </p:cNvSpPr>
          <p:nvPr/>
        </p:nvSpPr>
        <p:spPr>
          <a:xfrm xmlns:a="http://schemas.openxmlformats.org/drawingml/2006/main">
            <a:off x="1009498" y="5629046"/>
            <a:ext cx="277246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AEFF82"/>
                </a:solidFill>
                <a:latin typeface="Poppins"/>
                <a:ea typeface="Poppins"/>
                <a:cs typeface="Poppins"/>
              </a:rPr>
              <a:t>TEAM LEADER CONTACT NUMBER</a:t>
            </a:r>
            <a:endParaRPr sz="1200"/>
          </a:p>
        </p:txBody>
      </p:sp>
      <p:pic>
        <p:nvPicPr>
          <p:cNvPr id="124" name="Image 6"/>
          <p:cNvPicPr>
            <a:picLocks xmlns:a="http://schemas.openxmlformats.org/drawingml/2006/main" noChangeAspect="1"/>
          </p:cNvPicPr>
          <p:nvPr/>
        </p:nvPicPr>
        <p:blipFill>
          <a:blip xmlns:r="http://schemas.openxmlformats.org/officeDocument/2006/relationships" xmlns:a="http://schemas.openxmlformats.org/drawingml/2006/main" r:embed="Rfa0c6031632a4240"/>
          <a:srcRect xmlns:a="http://schemas.openxmlformats.org/drawingml/2006/main" l="-2994" t="0" r="-2994" b="0"/>
          <a:stretch xmlns:a="http://schemas.openxmlformats.org/drawingml/2006/main"/>
        </p:blipFill>
        <p:spPr>
          <a:xfrm xmlns:a="http://schemas.openxmlformats.org/drawingml/2006/main">
            <a:off x="6191402" y="5658307"/>
            <a:ext cx="161849" cy="152705"/>
          </a:xfrm>
          <a:prstGeom xmlns:a="http://schemas.openxmlformats.org/drawingml/2006/main" prst="rect">
            <a:avLst/>
          </a:prstGeom>
        </p:spPr>
      </p:pic>
      <p:sp>
        <p:nvSpPr>
          <p:cNvPr id="53" name="Text 44">
            <a:extLst xmlns:a="http://schemas.openxmlformats.org/drawingml/2006/main">
              <a:ext uri="{FF2B5EF4-FFF2-40B4-BE49-F238E27FC236}">
                <a16:creationId xmlns:a16="http://schemas.microsoft.com/office/drawing/2014/main" id="{32BE82E2-DC7B-4262-91BF-392B9F5C42A1}"/>
              </a:ext>
            </a:extLst>
          </p:cNvPr>
          <p:cNvSpPr>
            <a:spLocks xmlns:a="http://schemas.openxmlformats.org/drawingml/2006/main" noGrp="1"/>
          </p:cNvSpPr>
          <p:nvPr/>
        </p:nvSpPr>
        <p:spPr>
          <a:xfrm xmlns:a="http://schemas.openxmlformats.org/drawingml/2006/main">
            <a:off x="6429146" y="5629046"/>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AEFF82"/>
                </a:solidFill>
                <a:latin typeface="Poppins"/>
                <a:ea typeface="Poppins"/>
                <a:cs typeface="Poppins"/>
              </a:rPr>
              <a:t>TEAM LEADER EMAIL ADDRESS</a:t>
            </a:r>
            <a:endParaRPr sz="1200"/>
          </a:p>
        </p:txBody>
      </p:sp>
      <p:sp>
        <p:nvSpPr>
          <p:cNvPr id="54" name="Text 45">
            <a:extLst xmlns:a="http://schemas.openxmlformats.org/drawingml/2006/main">
              <a:ext uri="{FF2B5EF4-FFF2-40B4-BE49-F238E27FC236}">
                <a16:creationId xmlns:a16="http://schemas.microsoft.com/office/drawing/2014/main" id="{22A80742-98A0-42B4-9D0B-4CAFAAE5F324}"/>
              </a:ext>
            </a:extLst>
          </p:cNvPr>
          <p:cNvSpPr>
            <a:spLocks xmlns:a="http://schemas.openxmlformats.org/drawingml/2006/main" noGrp="1"/>
          </p:cNvSpPr>
          <p:nvPr/>
        </p:nvSpPr>
        <p:spPr>
          <a:xfrm xmlns:a="http://schemas.openxmlformats.org/drawingml/2006/main">
            <a:off x="9344254" y="1256386"/>
            <a:ext cx="1719986"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FFFFFF">
                    <a:alpha val="70000"/>
                  </a:srgbClr>
                </a:solidFill>
                <a:latin typeface="Poppins"/>
                <a:ea typeface="Poppins"/>
                <a:cs typeface="Poppins"/>
              </a:rPr>
              <a:t>To Be Confirmed</a:t>
            </a:r>
            <a:endParaRPr sz="1000"/>
          </a:p>
        </p:txBody>
      </p:sp>
      <p:sp>
        <p:nvSpPr>
          <p:cNvPr id="55" name="Text 46">
            <a:extLst xmlns:a="http://schemas.openxmlformats.org/drawingml/2006/main">
              <a:ext uri="{FF2B5EF4-FFF2-40B4-BE49-F238E27FC236}">
                <a16:creationId xmlns:a16="http://schemas.microsoft.com/office/drawing/2014/main" id="{43783306-DF83-43DC-B38E-803614AA89FF}"/>
              </a:ext>
            </a:extLst>
          </p:cNvPr>
          <p:cNvSpPr>
            <a:spLocks xmlns:a="http://schemas.openxmlformats.org/drawingml/2006/main" noGrp="1"/>
          </p:cNvSpPr>
          <p:nvPr/>
        </p:nvSpPr>
        <p:spPr>
          <a:xfrm xmlns:a="http://schemas.openxmlformats.org/drawingml/2006/main">
            <a:off x="4080053" y="2270455"/>
            <a:ext cx="10899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Om Kiran Kadam</a:t>
            </a:r>
            <a:endParaRPr sz="1100"/>
          </a:p>
        </p:txBody>
      </p:sp>
      <p:sp>
        <p:nvSpPr>
          <p:cNvPr id="56" name="Text 47">
            <a:extLst xmlns:a="http://schemas.openxmlformats.org/drawingml/2006/main">
              <a:ext uri="{FF2B5EF4-FFF2-40B4-BE49-F238E27FC236}">
                <a16:creationId xmlns:a16="http://schemas.microsoft.com/office/drawing/2014/main" id="{901FA0B7-99D9-4383-8881-EBAB4D8EAFD6}"/>
              </a:ext>
            </a:extLst>
          </p:cNvPr>
          <p:cNvSpPr>
            <a:spLocks xmlns:a="http://schemas.openxmlformats.org/drawingml/2006/main" noGrp="1"/>
          </p:cNvSpPr>
          <p:nvPr/>
        </p:nvSpPr>
        <p:spPr>
          <a:xfrm xmlns:a="http://schemas.openxmlformats.org/drawingml/2006/main">
            <a:off x="8492033" y="2270455"/>
            <a:ext cx="9756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BTech Final Year — AI &amp; DS</a:t>
            </a:r>
            <a:endParaRPr sz="1100"/>
          </a:p>
        </p:txBody>
      </p:sp>
      <p:sp>
        <p:nvSpPr>
          <p:cNvPr id="57" name="Text 48">
            <a:extLst xmlns:a="http://schemas.openxmlformats.org/drawingml/2006/main">
              <a:ext uri="{FF2B5EF4-FFF2-40B4-BE49-F238E27FC236}">
                <a16:creationId xmlns:a16="http://schemas.microsoft.com/office/drawing/2014/main" id="{E1B489C7-52DE-43E4-936C-013576AEC289}"/>
              </a:ext>
            </a:extLst>
          </p:cNvPr>
          <p:cNvSpPr>
            <a:spLocks xmlns:a="http://schemas.openxmlformats.org/drawingml/2006/main" noGrp="1"/>
          </p:cNvSpPr>
          <p:nvPr/>
        </p:nvSpPr>
        <p:spPr>
          <a:xfrm xmlns:a="http://schemas.openxmlformats.org/drawingml/2006/main">
            <a:off x="4080053" y="2725826"/>
            <a:ext cx="10899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Utkarsha Sandip Bhadakwade</a:t>
            </a:r>
            <a:endParaRPr sz="1100"/>
          </a:p>
        </p:txBody>
      </p:sp>
      <p:sp>
        <p:nvSpPr>
          <p:cNvPr id="58" name="Text 49">
            <a:extLst xmlns:a="http://schemas.openxmlformats.org/drawingml/2006/main">
              <a:ext uri="{FF2B5EF4-FFF2-40B4-BE49-F238E27FC236}">
                <a16:creationId xmlns:a16="http://schemas.microsoft.com/office/drawing/2014/main" id="{CDB3DBD9-C3F0-4990-ADD9-7AF82108646C}"/>
              </a:ext>
            </a:extLst>
          </p:cNvPr>
          <p:cNvSpPr>
            <a:spLocks xmlns:a="http://schemas.openxmlformats.org/drawingml/2006/main" noGrp="1"/>
          </p:cNvSpPr>
          <p:nvPr/>
        </p:nvSpPr>
        <p:spPr>
          <a:xfrm xmlns:a="http://schemas.openxmlformats.org/drawingml/2006/main">
            <a:off x="8492033" y="2725826"/>
            <a:ext cx="9756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BTech Second Year — CSE</a:t>
            </a:r>
            <a:endParaRPr sz="1100"/>
          </a:p>
        </p:txBody>
      </p:sp>
      <p:sp>
        <p:nvSpPr>
          <p:cNvPr id="59" name="Text 50">
            <a:extLst xmlns:a="http://schemas.openxmlformats.org/drawingml/2006/main">
              <a:ext uri="{FF2B5EF4-FFF2-40B4-BE49-F238E27FC236}">
                <a16:creationId xmlns:a16="http://schemas.microsoft.com/office/drawing/2014/main" id="{F7E51887-D4CE-4783-A4B8-0CE5AAF9888F}"/>
              </a:ext>
            </a:extLst>
          </p:cNvPr>
          <p:cNvSpPr>
            <a:spLocks xmlns:a="http://schemas.openxmlformats.org/drawingml/2006/main" noGrp="1"/>
          </p:cNvSpPr>
          <p:nvPr/>
        </p:nvSpPr>
        <p:spPr>
          <a:xfrm xmlns:a="http://schemas.openxmlformats.org/drawingml/2006/main">
            <a:off x="4080053" y="3181198"/>
            <a:ext cx="10899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Vedika Ganesh Panghavane</a:t>
            </a:r>
            <a:endParaRPr sz="1100"/>
          </a:p>
        </p:txBody>
      </p:sp>
      <p:sp>
        <p:nvSpPr>
          <p:cNvPr id="60" name="Text 51">
            <a:extLst xmlns:a="http://schemas.openxmlformats.org/drawingml/2006/main">
              <a:ext uri="{FF2B5EF4-FFF2-40B4-BE49-F238E27FC236}">
                <a16:creationId xmlns:a16="http://schemas.microsoft.com/office/drawing/2014/main" id="{8E055467-5008-494D-A38E-81F5CC0BB6EB}"/>
              </a:ext>
            </a:extLst>
          </p:cNvPr>
          <p:cNvSpPr>
            <a:spLocks xmlns:a="http://schemas.openxmlformats.org/drawingml/2006/main" noGrp="1"/>
          </p:cNvSpPr>
          <p:nvPr/>
        </p:nvSpPr>
        <p:spPr>
          <a:xfrm xmlns:a="http://schemas.openxmlformats.org/drawingml/2006/main">
            <a:off x="8492033" y="3181198"/>
            <a:ext cx="9756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BTech Second Year — AI &amp; ML</a:t>
            </a:r>
            <a:endParaRPr sz="1100"/>
          </a:p>
        </p:txBody>
      </p:sp>
      <p:sp>
        <p:nvSpPr>
          <p:cNvPr id="61" name="Text 52">
            <a:extLst xmlns:a="http://schemas.openxmlformats.org/drawingml/2006/main">
              <a:ext uri="{FF2B5EF4-FFF2-40B4-BE49-F238E27FC236}">
                <a16:creationId xmlns:a16="http://schemas.microsoft.com/office/drawing/2014/main" id="{73A1DE7B-19AC-4366-995E-6D5B9AFB0007}"/>
              </a:ext>
            </a:extLst>
          </p:cNvPr>
          <p:cNvSpPr>
            <a:spLocks xmlns:a="http://schemas.openxmlformats.org/drawingml/2006/main" noGrp="1"/>
          </p:cNvSpPr>
          <p:nvPr/>
        </p:nvSpPr>
        <p:spPr>
          <a:xfrm xmlns:a="http://schemas.openxmlformats.org/drawingml/2006/main">
            <a:off x="4080053" y="3636569"/>
            <a:ext cx="10899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Not Applicable</a:t>
            </a:r>
            <a:endParaRPr sz="1100"/>
          </a:p>
        </p:txBody>
      </p:sp>
      <p:sp>
        <p:nvSpPr>
          <p:cNvPr id="62" name="Text 53">
            <a:extLst xmlns:a="http://schemas.openxmlformats.org/drawingml/2006/main">
              <a:ext uri="{FF2B5EF4-FFF2-40B4-BE49-F238E27FC236}">
                <a16:creationId xmlns:a16="http://schemas.microsoft.com/office/drawing/2014/main" id="{32FBBDB1-B6A7-4A0C-B960-DF39B051A40D}"/>
              </a:ext>
            </a:extLst>
          </p:cNvPr>
          <p:cNvSpPr>
            <a:spLocks xmlns:a="http://schemas.openxmlformats.org/drawingml/2006/main" noGrp="1"/>
          </p:cNvSpPr>
          <p:nvPr/>
        </p:nvSpPr>
        <p:spPr>
          <a:xfrm xmlns:a="http://schemas.openxmlformats.org/drawingml/2006/main">
            <a:off x="8492033" y="3636569"/>
            <a:ext cx="9756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Not Applicable</a:t>
            </a:r>
            <a:endParaRPr sz="1100"/>
          </a:p>
        </p:txBody>
      </p:sp>
      <p:sp>
        <p:nvSpPr>
          <p:cNvPr id="63" name="Text 54">
            <a:extLst xmlns:a="http://schemas.openxmlformats.org/drawingml/2006/main">
              <a:ext uri="{FF2B5EF4-FFF2-40B4-BE49-F238E27FC236}">
                <a16:creationId xmlns:a16="http://schemas.microsoft.com/office/drawing/2014/main" id="{E4FDE960-F952-49F1-B110-45076CE8ECBE}"/>
              </a:ext>
            </a:extLst>
          </p:cNvPr>
          <p:cNvSpPr>
            <a:spLocks xmlns:a="http://schemas.openxmlformats.org/drawingml/2006/main" noGrp="1"/>
          </p:cNvSpPr>
          <p:nvPr/>
        </p:nvSpPr>
        <p:spPr>
          <a:xfrm xmlns:a="http://schemas.openxmlformats.org/drawingml/2006/main">
            <a:off x="923544" y="5152644"/>
            <a:ext cx="2057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50000"/>
                  </a:srgbClr>
                </a:solidFill>
                <a:latin typeface="Poppins"/>
                <a:ea typeface="Poppins"/>
                <a:cs typeface="Poppins"/>
              </a:rPr>
              <a:t>Sanjivani University</a:t>
            </a:r>
            <a:endParaRPr sz="1200"/>
          </a:p>
        </p:txBody>
      </p:sp>
      <p:sp>
        <p:nvSpPr>
          <p:cNvPr id="64" name="Text 55">
            <a:extLst xmlns:a="http://schemas.openxmlformats.org/drawingml/2006/main">
              <a:ext uri="{FF2B5EF4-FFF2-40B4-BE49-F238E27FC236}">
                <a16:creationId xmlns:a16="http://schemas.microsoft.com/office/drawing/2014/main" id="{DCCD0887-E018-4888-80A2-489BA218AF55}"/>
              </a:ext>
            </a:extLst>
          </p:cNvPr>
          <p:cNvSpPr>
            <a:spLocks xmlns:a="http://schemas.openxmlformats.org/drawingml/2006/main" noGrp="1"/>
          </p:cNvSpPr>
          <p:nvPr/>
        </p:nvSpPr>
        <p:spPr>
          <a:xfrm xmlns:a="http://schemas.openxmlformats.org/drawingml/2006/main">
            <a:off x="923544" y="6038698"/>
            <a:ext cx="153436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50000"/>
                  </a:srgbClr>
                </a:solidFill>
                <a:latin typeface="Poppins"/>
                <a:ea typeface="Poppins"/>
                <a:cs typeface="Poppins"/>
              </a:rPr>
              <a:t>To Be Confirmed</a:t>
            </a:r>
            <a:endParaRPr sz="1200"/>
          </a:p>
        </p:txBody>
      </p:sp>
      <p:sp>
        <p:nvSpPr>
          <p:cNvPr id="65" name="Text 56">
            <a:extLst xmlns:a="http://schemas.openxmlformats.org/drawingml/2006/main">
              <a:ext uri="{FF2B5EF4-FFF2-40B4-BE49-F238E27FC236}">
                <a16:creationId xmlns:a16="http://schemas.microsoft.com/office/drawing/2014/main" id="{11783329-C3E7-46A6-A749-6F598486F187}"/>
              </a:ext>
            </a:extLst>
          </p:cNvPr>
          <p:cNvSpPr>
            <a:spLocks xmlns:a="http://schemas.openxmlformats.org/drawingml/2006/main" noGrp="1"/>
          </p:cNvSpPr>
          <p:nvPr/>
        </p:nvSpPr>
        <p:spPr>
          <a:xfrm xmlns:a="http://schemas.openxmlformats.org/drawingml/2006/main">
            <a:off x="6344107" y="6038698"/>
            <a:ext cx="188640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50000"/>
                  </a:srgbClr>
                </a:solidFill>
                <a:latin typeface="Poppins"/>
                <a:ea typeface="Poppins"/>
                <a:cs typeface="Poppins"/>
              </a:rPr>
              <a:t>To Be Confirmed</a:t>
            </a:r>
            <a:endParaRPr sz="1200"/>
          </a:p>
        </p:txBody>
      </p:sp>
      <p:sp>
        <p:nvSpPr>
          <p:cNvPr id="70" name="Shape 1">
            <a:extLst xmlns:a="http://schemas.openxmlformats.org/drawingml/2006/main">
              <a:ext uri="{FF2B5EF4-FFF2-40B4-BE49-F238E27FC236}">
                <a16:creationId xmlns:a16="http://schemas.microsoft.com/office/drawing/2014/main" id="{780937B3-EB04-4CBA-C636-AF115BC1E358}"/>
              </a:ext>
            </a:extLst>
          </p:cNvPr>
          <p:cNvSpPr>
            <a:spLocks xmlns:a="http://schemas.openxmlformats.org/drawingml/2006/main" noGrp="1"/>
          </p:cNvSpPr>
          <p:nvPr/>
        </p:nvSpPr>
        <p:spPr>
          <a:xfrm xmlns:a="http://schemas.openxmlformats.org/drawingml/2006/main">
            <a:off x="562356" y="138074"/>
            <a:ext cx="11048695" cy="857707"/>
          </a:xfrm>
          <a:prstGeom xmlns:a="http://schemas.openxmlformats.org/drawingml/2006/main" prst="roundRect">
            <a:avLst>
              <a:gd name="adj" fmla="val 9476"/>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139" name="Picture 4"/>
          <p:cNvPicPr>
            <a:picLocks xmlns:a="http://schemas.openxmlformats.org/drawingml/2006/main" noChangeAspect="1"/>
          </p:cNvPicPr>
          <p:nvPr/>
        </p:nvPicPr>
        <p:blipFill>
          <a:blip xmlns:r="http://schemas.openxmlformats.org/officeDocument/2006/relationships" xmlns:a="http://schemas.openxmlformats.org/drawingml/2006/main" r:embed="R5d6187832ed24e6e"/>
          <a:stretch xmlns:a="http://schemas.openxmlformats.org/drawingml/2006/main">
            <a:fillRect l="0" t="0" r="0" b="0"/>
          </a:stretch>
        </p:blipFill>
        <p:spPr>
          <a:xfrm xmlns:a="http://schemas.openxmlformats.org/drawingml/2006/main">
            <a:off x="1504957" y="273709"/>
            <a:ext cx="9163491" cy="586435"/>
          </a:xfrm>
          <a:prstGeom xmlns:a="http://schemas.openxmlformats.org/drawingml/2006/main" prst="rect">
            <a:avLst/>
          </a:prstGeom>
        </p:spPr>
      </p:pic>
    </p:spTree>
    <p:extLst>
      <p:ext uri="{BB962C8B-B14F-4D97-AF65-F5344CB8AC3E}">
        <p14:creationId xmlns:p14="http://schemas.microsoft.com/office/powerpoint/2010/main" val="203032720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E51DAA8-9228-482B-AFB8-03F35A26E20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6ad6fb85c062475d">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B464BBA5-41B8-47F3-8E69-94507F5296A6}"/>
              </a:ext>
            </a:extLst>
          </p:cNvPr>
          <p:cNvSpPr>
            <a:spLocks xmlns:a="http://schemas.openxmlformats.org/drawingml/2006/main" noGrp="1"/>
          </p:cNvSpPr>
          <p:nvPr/>
        </p:nvSpPr>
        <p:spPr>
          <a:xfrm xmlns:a="http://schemas.openxmlformats.org/drawingml/2006/main">
            <a:off x="571500" y="1333195"/>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621F270C-913F-4FFC-8CCE-38736CBA7AEC}"/>
              </a:ext>
            </a:extLst>
          </p:cNvPr>
          <p:cNvSpPr>
            <a:spLocks xmlns:a="http://schemas.openxmlformats.org/drawingml/2006/main" noGrp="1"/>
          </p:cNvSpPr>
          <p:nvPr/>
        </p:nvSpPr>
        <p:spPr>
          <a:xfrm xmlns:a="http://schemas.openxmlformats.org/drawingml/2006/main">
            <a:off x="838505" y="1295705"/>
            <a:ext cx="5547665"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Poppins"/>
                <a:ea typeface="Poppins"/>
                <a:cs typeface="Poppins"/>
              </a:rPr>
              <a:t>Problem Statement Addressed</a:t>
            </a:r>
            <a:endParaRPr sz="2600"/>
          </a:p>
        </p:txBody>
      </p:sp>
      <p:sp>
        <p:nvSpPr>
          <p:cNvPr id="9" name="Shape 4">
            <a:extLst xmlns:a="http://schemas.openxmlformats.org/drawingml/2006/main">
              <a:ext uri="{FF2B5EF4-FFF2-40B4-BE49-F238E27FC236}">
                <a16:creationId xmlns:a16="http://schemas.microsoft.com/office/drawing/2014/main" id="{50E557E6-3907-4BA8-911E-0A18F7AC78A0}"/>
              </a:ext>
            </a:extLst>
          </p:cNvPr>
          <p:cNvSpPr>
            <a:spLocks xmlns:a="http://schemas.openxmlformats.org/drawingml/2006/main" noGrp="1"/>
          </p:cNvSpPr>
          <p:nvPr/>
        </p:nvSpPr>
        <p:spPr>
          <a:xfrm xmlns:a="http://schemas.openxmlformats.org/drawingml/2006/main">
            <a:off x="571500" y="2021738"/>
            <a:ext cx="11048695" cy="4552798"/>
          </a:xfrm>
          <a:prstGeom xmlns:a="http://schemas.openxmlformats.org/drawingml/2006/main" prst="roundRect">
            <a:avLst>
              <a:gd name="adj" fmla="val 672"/>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4A3EA513-02C2-4D6D-A6A3-B29E23EAD5F6}"/>
              </a:ext>
            </a:extLst>
          </p:cNvPr>
          <p:cNvSpPr>
            <a:spLocks xmlns:a="http://schemas.openxmlformats.org/drawingml/2006/main" noGrp="1"/>
          </p:cNvSpPr>
          <p:nvPr/>
        </p:nvSpPr>
        <p:spPr>
          <a:xfrm xmlns:a="http://schemas.openxmlformats.org/drawingml/2006/main">
            <a:off x="571500" y="2021738"/>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99AD6434-1D70-4B8A-A242-E42E9B4DBA13}"/>
              </a:ext>
            </a:extLst>
          </p:cNvPr>
          <p:cNvSpPr>
            <a:spLocks xmlns:a="http://schemas.openxmlformats.org/drawingml/2006/main" noGrp="1"/>
          </p:cNvSpPr>
          <p:nvPr/>
        </p:nvSpPr>
        <p:spPr>
          <a:xfrm xmlns:a="http://schemas.openxmlformats.org/drawingml/2006/main">
            <a:off x="11430000" y="202173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10F396EE-2223-4363-8F4F-06B839F260E1}"/>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6187694C-D5A4-4742-A476-DD458BB21446}"/>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D4B749E7-93BA-42D8-998B-3A814AAD482E}"/>
              </a:ext>
            </a:extLst>
          </p:cNvPr>
          <p:cNvSpPr>
            <a:spLocks xmlns:a="http://schemas.openxmlformats.org/drawingml/2006/main" noGrp="1"/>
          </p:cNvSpPr>
          <p:nvPr/>
        </p:nvSpPr>
        <p:spPr>
          <a:xfrm xmlns:a="http://schemas.openxmlformats.org/drawingml/2006/main">
            <a:off x="961949" y="2412187"/>
            <a:ext cx="571500" cy="571500"/>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37" name="Image 3"/>
          <p:cNvPicPr>
            <a:picLocks xmlns:a="http://schemas.openxmlformats.org/drawingml/2006/main" noChangeAspect="1"/>
          </p:cNvPicPr>
          <p:nvPr/>
        </p:nvPicPr>
        <p:blipFill>
          <a:blip xmlns:r="http://schemas.openxmlformats.org/officeDocument/2006/relationships" xmlns:a="http://schemas.openxmlformats.org/drawingml/2006/main" r:embed="Ref8ea62cb3c043ce"/>
          <a:srcRect xmlns:a="http://schemas.openxmlformats.org/drawingml/2006/main" l="0" t="0" r="0" b="0"/>
          <a:stretch xmlns:a="http://schemas.openxmlformats.org/drawingml/2006/main"/>
        </p:blipFill>
        <p:spPr>
          <a:xfrm xmlns:a="http://schemas.openxmlformats.org/drawingml/2006/main">
            <a:off x="1133856" y="2583180"/>
            <a:ext cx="228600"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9D1ECD58-8AE4-46CE-8A27-CDAB630187AA}"/>
              </a:ext>
            </a:extLst>
          </p:cNvPr>
          <p:cNvSpPr>
            <a:spLocks xmlns:a="http://schemas.openxmlformats.org/drawingml/2006/main" noGrp="1"/>
          </p:cNvSpPr>
          <p:nvPr/>
        </p:nvSpPr>
        <p:spPr>
          <a:xfrm xmlns:a="http://schemas.openxmlformats.org/drawingml/2006/main">
            <a:off x="961949" y="3193085"/>
            <a:ext cx="6277356" cy="3145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a:solidFill>
                  <a:srgbClr val="AEFF82">
                    <a:alpha val="80000"/>
                  </a:srgbClr>
                </a:solidFill>
                <a:latin typeface="Poppins"/>
                <a:ea typeface="Poppins"/>
                <a:cs typeface="Poppins"/>
              </a:rPr>
              <a:t>PS1 — AI-Based Restoration of Degraded Images for Semiconductor Inspection</a:t>
            </a:r>
            <a:endParaRPr sz="1800"/>
          </a:p>
        </p:txBody>
      </p:sp>
      <p:sp>
        <p:nvSpPr>
          <p:cNvPr id="17" name="Shape 11">
            <a:extLst xmlns:a="http://schemas.openxmlformats.org/drawingml/2006/main">
              <a:ext uri="{FF2B5EF4-FFF2-40B4-BE49-F238E27FC236}">
                <a16:creationId xmlns:a16="http://schemas.microsoft.com/office/drawing/2014/main" id="{98406A91-0756-477E-85D2-7A1BCC7EE858}"/>
              </a:ext>
            </a:extLst>
          </p:cNvPr>
          <p:cNvSpPr>
            <a:spLocks xmlns:a="http://schemas.openxmlformats.org/drawingml/2006/main" noGrp="1"/>
          </p:cNvSpPr>
          <p:nvPr/>
        </p:nvSpPr>
        <p:spPr>
          <a:xfrm xmlns:a="http://schemas.openxmlformats.org/drawingml/2006/main">
            <a:off x="961949" y="3768242"/>
            <a:ext cx="10267798" cy="1276502"/>
          </a:xfrm>
          <a:prstGeom xmlns:a="http://schemas.openxmlformats.org/drawingml/2006/main" prst="roundRect">
            <a:avLst>
              <a:gd name="adj" fmla="val 4277"/>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2">
            <a:extLst xmlns:a="http://schemas.openxmlformats.org/drawingml/2006/main">
              <a:ext uri="{FF2B5EF4-FFF2-40B4-BE49-F238E27FC236}">
                <a16:creationId xmlns:a16="http://schemas.microsoft.com/office/drawing/2014/main" id="{1D541FDC-29DA-4BC3-9936-4C91DB61E528}"/>
              </a:ext>
            </a:extLst>
          </p:cNvPr>
          <p:cNvSpPr>
            <a:spLocks xmlns:a="http://schemas.openxmlformats.org/drawingml/2006/main" noGrp="1"/>
          </p:cNvSpPr>
          <p:nvPr/>
        </p:nvSpPr>
        <p:spPr>
          <a:xfrm xmlns:a="http://schemas.openxmlformats.org/drawingml/2006/main">
            <a:off x="1200607" y="4006901"/>
            <a:ext cx="1690726"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9CA3AF"/>
                </a:solidFill>
                <a:latin typeface="Poppins"/>
                <a:ea typeface="Poppins"/>
                <a:cs typeface="Poppins"/>
              </a:rPr>
              <a:t>VERIFIED CHALLENGE REQUIREMENTS</a:t>
            </a:r>
            <a:endParaRPr sz="1000"/>
          </a:p>
        </p:txBody>
      </p:sp>
      <p:sp>
        <p:nvSpPr>
          <p:cNvPr id="19" name="Text 13">
            <a:extLst xmlns:a="http://schemas.openxmlformats.org/drawingml/2006/main">
              <a:ext uri="{FF2B5EF4-FFF2-40B4-BE49-F238E27FC236}">
                <a16:creationId xmlns:a16="http://schemas.microsoft.com/office/drawing/2014/main" id="{D94063F0-7CD9-422B-938A-619ED755D39F}"/>
              </a:ext>
            </a:extLst>
          </p:cNvPr>
          <p:cNvSpPr>
            <a:spLocks xmlns:a="http://schemas.openxmlformats.org/drawingml/2006/main" noGrp="1"/>
          </p:cNvSpPr>
          <p:nvPr/>
        </p:nvSpPr>
        <p:spPr>
          <a:xfrm xmlns:a="http://schemas.openxmlformats.org/drawingml/2006/main">
            <a:off x="1200607" y="4283050"/>
            <a:ext cx="8968435" cy="50566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i="1">
                <a:solidFill>
                  <a:srgbClr val="FFFFFF">
                    <a:alpha val="70000"/>
                  </a:srgbClr>
                </a:solidFill>
                <a:latin typeface="Poppins"/>
                <a:ea typeface="Poppins"/>
                <a:cs typeface="Poppins"/>
              </a:rPr>
              <a:t>Restore degraded noisy, low-resolution semiconductor images to the expected ground-truth resolution. The pipeline must handle speckle noise, additive Gaussian noise and downsampling in an undisclosed order, generalize to familiar and unfamiliar content, preserve real structure, and run reproducibly on an NVIDIA GPU.</a:t>
            </a:r>
            <a:endParaRPr sz="1300"/>
          </a:p>
        </p:txBody>
      </p:sp>
      <p:pic>
        <p:nvPicPr>
          <p:cNvPr id="42" name="Picture 19"/>
          <p:cNvPicPr>
            <a:picLocks xmlns:a="http://schemas.openxmlformats.org/drawingml/2006/main" noChangeAspect="1"/>
          </p:cNvPicPr>
          <p:nvPr/>
        </p:nvPicPr>
        <p:blipFill>
          <a:blip xmlns:r="http://schemas.openxmlformats.org/officeDocument/2006/relationships" xmlns:a="http://schemas.openxmlformats.org/drawingml/2006/main" r:embed="Rbbbbb11e7d564c52"/>
          <a:stretch xmlns:a="http://schemas.openxmlformats.org/drawingml/2006/main">
            <a:fillRect l="0" t="0" r="0" b="0"/>
          </a:stretch>
        </p:blipFill>
        <p:spPr>
          <a:xfrm xmlns:a="http://schemas.openxmlformats.org/drawingml/2006/main">
            <a:off x="5292164" y="228650"/>
            <a:ext cx="1607366" cy="783591"/>
          </a:xfrm>
          <a:prstGeom xmlns:a="http://schemas.openxmlformats.org/drawingml/2006/main" prst="rect">
            <a:avLst/>
          </a:prstGeom>
        </p:spPr>
      </p:pic>
      <p:sp>
        <p:nvSpPr>
          <p:cNvPr id="22" name="Shape 1">
            <a:extLst xmlns:a="http://schemas.openxmlformats.org/drawingml/2006/main">
              <a:ext uri="{FF2B5EF4-FFF2-40B4-BE49-F238E27FC236}">
                <a16:creationId xmlns:a16="http://schemas.microsoft.com/office/drawing/2014/main" id="{8B3789FB-4EC6-29BB-8AB4-B514BCE88A9C}"/>
              </a:ext>
            </a:extLst>
          </p:cNvPr>
          <p:cNvSpPr>
            <a:spLocks xmlns:a="http://schemas.openxmlformats.org/drawingml/2006/main" noGrp="1"/>
          </p:cNvSpPr>
          <p:nvPr/>
        </p:nvSpPr>
        <p:spPr>
          <a:xfrm xmlns:a="http://schemas.openxmlformats.org/drawingml/2006/main">
            <a:off x="571500" y="266294"/>
            <a:ext cx="11048695" cy="857707"/>
          </a:xfrm>
          <a:prstGeom xmlns:a="http://schemas.openxmlformats.org/drawingml/2006/main" prst="roundRect">
            <a:avLst>
              <a:gd name="adj" fmla="val 9476"/>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44" name="Picture 4"/>
          <p:cNvPicPr>
            <a:picLocks xmlns:a="http://schemas.openxmlformats.org/drawingml/2006/main" noChangeAspect="1"/>
          </p:cNvPicPr>
          <p:nvPr/>
        </p:nvPicPr>
        <p:blipFill>
          <a:blip xmlns:r="http://schemas.openxmlformats.org/officeDocument/2006/relationships" xmlns:a="http://schemas.openxmlformats.org/drawingml/2006/main" r:embed="Rbcb5d4bfec7e427e"/>
          <a:stretch xmlns:a="http://schemas.openxmlformats.org/drawingml/2006/main">
            <a:fillRect l="0" t="0" r="0" b="0"/>
          </a:stretch>
        </p:blipFill>
        <p:spPr>
          <a:xfrm xmlns:a="http://schemas.openxmlformats.org/drawingml/2006/main">
            <a:off x="1533449" y="416814"/>
            <a:ext cx="9163491" cy="586435"/>
          </a:xfrm>
          <a:prstGeom xmlns:a="http://schemas.openxmlformats.org/drawingml/2006/main" prst="rect">
            <a:avLst/>
          </a:prstGeom>
        </p:spPr>
      </p:pic>
    </p:spTree>
    <p:extLst>
      <p:ext uri="{BB962C8B-B14F-4D97-AF65-F5344CB8AC3E}">
        <p14:creationId xmlns:p14="http://schemas.microsoft.com/office/powerpoint/2010/main" val="36191911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9B0C4DD-93ED-4C7C-B462-44167EA31AA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5c8d4bd4945e471e">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265F6F00-F029-4D0E-91BC-94ECDD06A0EF}"/>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0589302288c442fe"/>
          <a:srcRect xmlns:a="http://schemas.openxmlformats.org/drawingml/2006/main" l="0" t="10" r="0" b="10"/>
          <a:stretch xmlns:a="http://schemas.openxmlformats.org/drawingml/2006/main"/>
        </p:blipFill>
        <p:spPr>
          <a:xfrm xmlns:a="http://schemas.openxmlformats.org/drawingml/2006/main">
            <a:off x="857707" y="381305"/>
            <a:ext cx="1266444" cy="476402"/>
          </a:xfrm>
          <a:prstGeom xmlns:a="http://schemas.openxmlformats.org/drawingml/2006/main" prst="rect">
            <a:avLst/>
          </a:prstGeom>
        </p:spPr>
      </p:pic>
      <p:pic>
        <p:nvPicPr>
          <p:cNvPr id="36" name="Image 2"/>
          <p:cNvPicPr>
            <a:picLocks xmlns:a="http://schemas.openxmlformats.org/drawingml/2006/main" noChangeAspect="1"/>
          </p:cNvPicPr>
          <p:nvPr/>
        </p:nvPicPr>
        <p:blipFill>
          <a:blip xmlns:r="http://schemas.openxmlformats.org/officeDocument/2006/relationships" xmlns:a="http://schemas.openxmlformats.org/drawingml/2006/main" r:embed="Ra62e0d1a194445bc"/>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21974D6A-9D44-421A-AEE2-295475BC984D}"/>
              </a:ext>
            </a:extLst>
          </p:cNvPr>
          <p:cNvSpPr>
            <a:spLocks xmlns:a="http://schemas.openxmlformats.org/drawingml/2006/main" noGrp="1"/>
          </p:cNvSpPr>
          <p:nvPr/>
        </p:nvSpPr>
        <p:spPr>
          <a:xfrm xmlns:a="http://schemas.openxmlformats.org/drawingml/2006/main">
            <a:off x="571500" y="1333195"/>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C86CC583-0D34-4FC6-82FA-4A5835A0EB76}"/>
              </a:ext>
            </a:extLst>
          </p:cNvPr>
          <p:cNvSpPr>
            <a:spLocks xmlns:a="http://schemas.openxmlformats.org/drawingml/2006/main" noGrp="1"/>
          </p:cNvSpPr>
          <p:nvPr/>
        </p:nvSpPr>
        <p:spPr>
          <a:xfrm xmlns:a="http://schemas.openxmlformats.org/drawingml/2006/main">
            <a:off x="838504" y="1295705"/>
            <a:ext cx="10682936"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600" b="1">
                <a:solidFill>
                  <a:srgbClr val="FFFFFF"/>
                </a:solidFill>
                <a:latin typeface="Poppins"/>
                <a:ea typeface="Poppins"/>
                <a:cs typeface="Poppins"/>
              </a:rPr>
              <a:t>Idea Description — Task-Isolated Restoration Pipeline</a:t>
            </a:r>
            <a:endParaRPr sz="2600">
              <a:latin typeface="Poppins"/>
              <a:ea typeface="Poppins"/>
              <a:cs typeface="Poppins"/>
            </a:endParaRPr>
          </a:p>
        </p:txBody>
      </p:sp>
      <p:sp>
        <p:nvSpPr>
          <p:cNvPr id="9" name="Shape 4">
            <a:extLst xmlns:a="http://schemas.openxmlformats.org/drawingml/2006/main">
              <a:ext uri="{FF2B5EF4-FFF2-40B4-BE49-F238E27FC236}">
                <a16:creationId xmlns:a16="http://schemas.microsoft.com/office/drawing/2014/main" id="{E987302A-0834-4632-926F-8144C1696C73}"/>
              </a:ext>
            </a:extLst>
          </p:cNvPr>
          <p:cNvSpPr>
            <a:spLocks xmlns:a="http://schemas.openxmlformats.org/drawingml/2006/main" noGrp="1"/>
          </p:cNvSpPr>
          <p:nvPr/>
        </p:nvSpPr>
        <p:spPr>
          <a:xfrm xmlns:a="http://schemas.openxmlformats.org/drawingml/2006/main">
            <a:off x="571500" y="2021738"/>
            <a:ext cx="11048695" cy="4552798"/>
          </a:xfrm>
          <a:prstGeom xmlns:a="http://schemas.openxmlformats.org/drawingml/2006/main" prst="roundRect">
            <a:avLst>
              <a:gd name="adj" fmla="val 672"/>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7951C513-BDEF-42A8-8FFF-DA9BB346B9C7}"/>
              </a:ext>
            </a:extLst>
          </p:cNvPr>
          <p:cNvSpPr>
            <a:spLocks xmlns:a="http://schemas.openxmlformats.org/drawingml/2006/main" noGrp="1"/>
          </p:cNvSpPr>
          <p:nvPr/>
        </p:nvSpPr>
        <p:spPr>
          <a:xfrm xmlns:a="http://schemas.openxmlformats.org/drawingml/2006/main">
            <a:off x="571500" y="2021738"/>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F93C36B7-CCE0-45F8-81A5-E3BB248088AE}"/>
              </a:ext>
            </a:extLst>
          </p:cNvPr>
          <p:cNvSpPr>
            <a:spLocks xmlns:a="http://schemas.openxmlformats.org/drawingml/2006/main" noGrp="1"/>
          </p:cNvSpPr>
          <p:nvPr/>
        </p:nvSpPr>
        <p:spPr>
          <a:xfrm xmlns:a="http://schemas.openxmlformats.org/drawingml/2006/main">
            <a:off x="11430000" y="202173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940A8946-0128-447F-8749-66D3AFFDE575}"/>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657D297E-CCDF-455C-BC1F-6777F91DD271}"/>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82E90706-72E1-4E4A-998F-3E3288AEDCA5}"/>
              </a:ext>
            </a:extLst>
          </p:cNvPr>
          <p:cNvSpPr>
            <a:spLocks xmlns:a="http://schemas.openxmlformats.org/drawingml/2006/main" noGrp="1"/>
          </p:cNvSpPr>
          <p:nvPr/>
        </p:nvSpPr>
        <p:spPr>
          <a:xfrm xmlns:a="http://schemas.openxmlformats.org/drawingml/2006/main">
            <a:off x="961949" y="2412187"/>
            <a:ext cx="571500" cy="571500"/>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45" name="Image 3"/>
          <p:cNvPicPr>
            <a:picLocks xmlns:a="http://schemas.openxmlformats.org/drawingml/2006/main" noChangeAspect="1"/>
          </p:cNvPicPr>
          <p:nvPr/>
        </p:nvPicPr>
        <p:blipFill>
          <a:blip xmlns:r="http://schemas.openxmlformats.org/officeDocument/2006/relationships" xmlns:a="http://schemas.openxmlformats.org/drawingml/2006/main" r:embed="R567f75b3a7e145bd"/>
          <a:srcRect xmlns:a="http://schemas.openxmlformats.org/drawingml/2006/main" l="-133" t="0" r="-133" b="0"/>
          <a:stretch xmlns:a="http://schemas.openxmlformats.org/drawingml/2006/main"/>
        </p:blipFill>
        <p:spPr>
          <a:xfrm xmlns:a="http://schemas.openxmlformats.org/drawingml/2006/main">
            <a:off x="1162202" y="2583180"/>
            <a:ext cx="171907"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55713F17-C470-48CF-8967-4E34040217E7}"/>
              </a:ext>
            </a:extLst>
          </p:cNvPr>
          <p:cNvSpPr>
            <a:spLocks xmlns:a="http://schemas.openxmlformats.org/drawingml/2006/main" noGrp="1"/>
          </p:cNvSpPr>
          <p:nvPr/>
        </p:nvSpPr>
        <p:spPr>
          <a:xfrm xmlns:a="http://schemas.openxmlformats.org/drawingml/2006/main">
            <a:off x="961949" y="3183941"/>
            <a:ext cx="9813341" cy="6291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a:solidFill>
                  <a:srgbClr val="AEFF82">
                    <a:alpha val="90000"/>
                  </a:srgbClr>
                </a:solidFill>
                <a:latin typeface="Poppins"/>
                <a:ea typeface="Poppins"/>
                <a:cs typeface="Poppins"/>
              </a:rPr>
              <a:t>Build two controlled paired-image benchmarks from the same 4,158 NFFA-Europe MEMS SEM sources, train restoration and super-resolution models separately, then deploy a fixed denoising-to-upscaling pipeline in an offline Windows application.</a:t>
            </a:r>
            <a:endParaRPr sz="1600"/>
          </a:p>
        </p:txBody>
      </p:sp>
      <p:sp>
        <p:nvSpPr>
          <p:cNvPr id="17" name="Shape 11">
            <a:extLst xmlns:a="http://schemas.openxmlformats.org/drawingml/2006/main">
              <a:ext uri="{FF2B5EF4-FFF2-40B4-BE49-F238E27FC236}">
                <a16:creationId xmlns:a16="http://schemas.microsoft.com/office/drawing/2014/main" id="{B6999E4C-66DB-4AE8-AE5C-E6EF9F1F5175}"/>
              </a:ext>
            </a:extLst>
          </p:cNvPr>
          <p:cNvSpPr>
            <a:spLocks xmlns:a="http://schemas.openxmlformats.org/drawingml/2006/main" noGrp="1"/>
          </p:cNvSpPr>
          <p:nvPr/>
        </p:nvSpPr>
        <p:spPr>
          <a:xfrm xmlns:a="http://schemas.openxmlformats.org/drawingml/2006/main">
            <a:off x="961949" y="4060850"/>
            <a:ext cx="10267798" cy="895198"/>
          </a:xfrm>
          <a:prstGeom xmlns:a="http://schemas.openxmlformats.org/drawingml/2006/main" prst="roundRect">
            <a:avLst>
              <a:gd name="adj" fmla="val 8693"/>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2">
            <a:extLst xmlns:a="http://schemas.openxmlformats.org/drawingml/2006/main">
              <a:ext uri="{FF2B5EF4-FFF2-40B4-BE49-F238E27FC236}">
                <a16:creationId xmlns:a16="http://schemas.microsoft.com/office/drawing/2014/main" id="{4AEE7A2E-E6A1-4C6D-B629-1F7F19241D6F}"/>
              </a:ext>
            </a:extLst>
          </p:cNvPr>
          <p:cNvSpPr>
            <a:spLocks xmlns:a="http://schemas.openxmlformats.org/drawingml/2006/main" noGrp="1"/>
          </p:cNvSpPr>
          <p:nvPr/>
        </p:nvSpPr>
        <p:spPr>
          <a:xfrm xmlns:a="http://schemas.openxmlformats.org/drawingml/2006/main">
            <a:off x="1162202" y="4261104"/>
            <a:ext cx="1996135"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9CA3AF"/>
                </a:solidFill>
                <a:latin typeface="Poppins"/>
                <a:ea typeface="Poppins"/>
                <a:cs typeface="Poppins"/>
              </a:rPr>
              <a:t>KEY CONCEPT &amp; APPROACH</a:t>
            </a:r>
            <a:endParaRPr sz="1000"/>
          </a:p>
        </p:txBody>
      </p:sp>
      <p:sp>
        <p:nvSpPr>
          <p:cNvPr id="19" name="Text 13">
            <a:extLst xmlns:a="http://schemas.openxmlformats.org/drawingml/2006/main">
              <a:ext uri="{FF2B5EF4-FFF2-40B4-BE49-F238E27FC236}">
                <a16:creationId xmlns:a16="http://schemas.microsoft.com/office/drawing/2014/main" id="{B998C94D-2ED2-46C6-B663-C676532E9FCE}"/>
              </a:ext>
            </a:extLst>
          </p:cNvPr>
          <p:cNvSpPr>
            <a:spLocks xmlns:a="http://schemas.openxmlformats.org/drawingml/2006/main" noGrp="1"/>
          </p:cNvSpPr>
          <p:nvPr/>
        </p:nvSpPr>
        <p:spPr>
          <a:xfrm xmlns:a="http://schemas.openxmlformats.org/drawingml/2006/main">
            <a:off x="1162202" y="4528109"/>
            <a:ext cx="767730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i="1">
                <a:solidFill>
                  <a:srgbClr val="FFFFFF">
                    <a:alpha val="70000"/>
                  </a:srgbClr>
                </a:solidFill>
                <a:latin typeface="Poppins"/>
                <a:ea typeface="Poppins"/>
                <a:cs typeface="Poppins"/>
              </a:rPr>
              <a:t>Separate acquisition-noise restoration from spatial-resolution recovery while preserving identical source-level train, validation and test identities.</a:t>
            </a:r>
            <a:endParaRPr sz="1200"/>
          </a:p>
        </p:txBody>
      </p:sp>
      <p:sp>
        <p:nvSpPr>
          <p:cNvPr id="20" name="Shape 14">
            <a:extLst xmlns:a="http://schemas.openxmlformats.org/drawingml/2006/main">
              <a:ext uri="{FF2B5EF4-FFF2-40B4-BE49-F238E27FC236}">
                <a16:creationId xmlns:a16="http://schemas.microsoft.com/office/drawing/2014/main" id="{3FAB7932-F6A1-48D2-8D76-084B2EAB767D}"/>
              </a:ext>
            </a:extLst>
          </p:cNvPr>
          <p:cNvSpPr>
            <a:spLocks xmlns:a="http://schemas.openxmlformats.org/drawingml/2006/main" noGrp="1"/>
          </p:cNvSpPr>
          <p:nvPr/>
        </p:nvSpPr>
        <p:spPr>
          <a:xfrm xmlns:a="http://schemas.openxmlformats.org/drawingml/2006/main">
            <a:off x="961949" y="5108753"/>
            <a:ext cx="10267798" cy="895198"/>
          </a:xfrm>
          <a:prstGeom xmlns:a="http://schemas.openxmlformats.org/drawingml/2006/main" prst="roundRect">
            <a:avLst>
              <a:gd name="adj" fmla="val 8693"/>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5">
            <a:extLst xmlns:a="http://schemas.openxmlformats.org/drawingml/2006/main">
              <a:ext uri="{FF2B5EF4-FFF2-40B4-BE49-F238E27FC236}">
                <a16:creationId xmlns:a16="http://schemas.microsoft.com/office/drawing/2014/main" id="{1155CB68-4FD6-4687-96DE-FCE32AFFDDF0}"/>
              </a:ext>
            </a:extLst>
          </p:cNvPr>
          <p:cNvSpPr>
            <a:spLocks xmlns:a="http://schemas.openxmlformats.org/drawingml/2006/main" noGrp="1"/>
          </p:cNvSpPr>
          <p:nvPr/>
        </p:nvSpPr>
        <p:spPr>
          <a:xfrm xmlns:a="http://schemas.openxmlformats.org/drawingml/2006/main">
            <a:off x="1162202" y="5309006"/>
            <a:ext cx="1548079"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9CA3AF"/>
                </a:solidFill>
                <a:latin typeface="Poppins"/>
                <a:ea typeface="Poppins"/>
                <a:cs typeface="Poppins"/>
              </a:rPr>
              <a:t>SOLUTION OVERVIEW</a:t>
            </a:r>
            <a:endParaRPr sz="1000"/>
          </a:p>
        </p:txBody>
      </p:sp>
      <p:sp>
        <p:nvSpPr>
          <p:cNvPr id="22" name="Text 16">
            <a:extLst xmlns:a="http://schemas.openxmlformats.org/drawingml/2006/main">
              <a:ext uri="{FF2B5EF4-FFF2-40B4-BE49-F238E27FC236}">
                <a16:creationId xmlns:a16="http://schemas.microsoft.com/office/drawing/2014/main" id="{8763EF5D-D6F5-44A6-843D-33B88157BD4B}"/>
              </a:ext>
            </a:extLst>
          </p:cNvPr>
          <p:cNvSpPr>
            <a:spLocks xmlns:a="http://schemas.openxmlformats.org/drawingml/2006/main" noGrp="1"/>
          </p:cNvSpPr>
          <p:nvPr/>
        </p:nvSpPr>
        <p:spPr>
          <a:xfrm xmlns:a="http://schemas.openxmlformats.org/drawingml/2006/main">
            <a:off x="1162202" y="5575097"/>
            <a:ext cx="8458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i="1">
                <a:solidFill>
                  <a:srgbClr val="FFFFFF">
                    <a:alpha val="70000"/>
                  </a:srgbClr>
                </a:solidFill>
                <a:latin typeface="Poppins"/>
                <a:ea typeface="Poppins"/>
                <a:cs typeface="Poppins"/>
              </a:rPr>
              <a:t>Original image → Restormer denoising → EDSR ×2 super-resolution → final restored output, with paired training, reproducible evaluation and native desktop inference.</a:t>
            </a:r>
            <a:endParaRPr sz="1200"/>
          </a:p>
        </p:txBody>
      </p:sp>
      <p:pic>
        <p:nvPicPr>
          <p:cNvPr id="53" name="Picture 22"/>
          <p:cNvPicPr>
            <a:picLocks xmlns:a="http://schemas.openxmlformats.org/drawingml/2006/main" noChangeAspect="1"/>
          </p:cNvPicPr>
          <p:nvPr/>
        </p:nvPicPr>
        <p:blipFill>
          <a:blip xmlns:r="http://schemas.openxmlformats.org/officeDocument/2006/relationships" xmlns:a="http://schemas.openxmlformats.org/drawingml/2006/main" r:embed="Re65a6917844c4d9a"/>
          <a:stretch xmlns:a="http://schemas.openxmlformats.org/drawingml/2006/main">
            <a:fillRect l="0" t="0" r="0" b="0"/>
          </a:stretch>
        </p:blipFill>
        <p:spPr>
          <a:xfrm xmlns:a="http://schemas.openxmlformats.org/drawingml/2006/main">
            <a:off x="5292164" y="228650"/>
            <a:ext cx="1607366" cy="783591"/>
          </a:xfrm>
          <a:prstGeom xmlns:a="http://schemas.openxmlformats.org/drawingml/2006/main" prst="rect">
            <a:avLst/>
          </a:prstGeom>
        </p:spPr>
      </p:pic>
      <p:sp>
        <p:nvSpPr>
          <p:cNvPr id="25" name="Shape 1">
            <a:extLst xmlns:a="http://schemas.openxmlformats.org/drawingml/2006/main">
              <a:ext uri="{FF2B5EF4-FFF2-40B4-BE49-F238E27FC236}">
                <a16:creationId xmlns:a16="http://schemas.microsoft.com/office/drawing/2014/main" id="{82B7216B-04F1-E2CC-935F-9AA2CE5B9E43}"/>
              </a:ext>
            </a:extLst>
          </p:cNvPr>
          <p:cNvSpPr>
            <a:spLocks xmlns:a="http://schemas.openxmlformats.org/drawingml/2006/main" noGrp="1"/>
          </p:cNvSpPr>
          <p:nvPr/>
        </p:nvSpPr>
        <p:spPr>
          <a:xfrm xmlns:a="http://schemas.openxmlformats.org/drawingml/2006/main">
            <a:off x="571500" y="209602"/>
            <a:ext cx="11048695" cy="857707"/>
          </a:xfrm>
          <a:prstGeom xmlns:a="http://schemas.openxmlformats.org/drawingml/2006/main" prst="roundRect">
            <a:avLst>
              <a:gd name="adj" fmla="val 9476"/>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55" name="Picture 25"/>
          <p:cNvPicPr>
            <a:picLocks xmlns:a="http://schemas.openxmlformats.org/drawingml/2006/main" noChangeAspect="1"/>
          </p:cNvPicPr>
          <p:nvPr/>
        </p:nvPicPr>
        <p:blipFill>
          <a:blip xmlns:r="http://schemas.openxmlformats.org/officeDocument/2006/relationships" xmlns:a="http://schemas.openxmlformats.org/drawingml/2006/main" r:embed="R165563d0604d442e"/>
          <a:stretch xmlns:a="http://schemas.openxmlformats.org/drawingml/2006/main">
            <a:fillRect l="0" t="0" r="0" b="0"/>
          </a:stretch>
        </p:blipFill>
        <p:spPr>
          <a:xfrm xmlns:a="http://schemas.openxmlformats.org/drawingml/2006/main">
            <a:off x="1501375" y="329389"/>
            <a:ext cx="9163491" cy="586435"/>
          </a:xfrm>
          <a:prstGeom xmlns:a="http://schemas.openxmlformats.org/drawingml/2006/main" prst="rect">
            <a:avLst/>
          </a:prstGeom>
        </p:spPr>
      </p:pic>
    </p:spTree>
    <p:extLst>
      <p:ext uri="{BB962C8B-B14F-4D97-AF65-F5344CB8AC3E}">
        <p14:creationId xmlns:p14="http://schemas.microsoft.com/office/powerpoint/2010/main" val="9484924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C9566E2-6DBC-4675-8239-822B83F7788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9f88a8b1573b4ec5">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CF99A74E-ECAA-47FD-85A4-70F367181489}"/>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32" name="Image 1"/>
          <p:cNvPicPr>
            <a:picLocks xmlns:a="http://schemas.openxmlformats.org/drawingml/2006/main" noChangeAspect="1"/>
          </p:cNvPicPr>
          <p:nvPr/>
        </p:nvPicPr>
        <p:blipFill>
          <a:blip xmlns:r="http://schemas.openxmlformats.org/officeDocument/2006/relationships" xmlns:a="http://schemas.openxmlformats.org/drawingml/2006/main" r:embed="R8c0212007d364069"/>
          <a:srcRect xmlns:a="http://schemas.openxmlformats.org/drawingml/2006/main" l="0" t="10" r="0" b="10"/>
          <a:stretch xmlns:a="http://schemas.openxmlformats.org/drawingml/2006/main"/>
        </p:blipFill>
        <p:spPr>
          <a:xfrm xmlns:a="http://schemas.openxmlformats.org/drawingml/2006/main">
            <a:off x="857707" y="381305"/>
            <a:ext cx="1266444" cy="476402"/>
          </a:xfrm>
          <a:prstGeom xmlns:a="http://schemas.openxmlformats.org/drawingml/2006/main" prst="rect">
            <a:avLst/>
          </a:prstGeom>
        </p:spPr>
      </p:pic>
      <p:pic>
        <p:nvPicPr>
          <p:cNvPr id="33" name="Image 2"/>
          <p:cNvPicPr>
            <a:picLocks xmlns:a="http://schemas.openxmlformats.org/drawingml/2006/main" noChangeAspect="1"/>
          </p:cNvPicPr>
          <p:nvPr/>
        </p:nvPicPr>
        <p:blipFill>
          <a:blip xmlns:r="http://schemas.openxmlformats.org/officeDocument/2006/relationships" xmlns:a="http://schemas.openxmlformats.org/drawingml/2006/main" r:embed="R64063c0a353a4917"/>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0CD3D29D-32E0-493E-8550-B6D3FBB38E57}"/>
              </a:ext>
            </a:extLst>
          </p:cNvPr>
          <p:cNvSpPr>
            <a:spLocks xmlns:a="http://schemas.openxmlformats.org/drawingml/2006/main" noGrp="1"/>
          </p:cNvSpPr>
          <p:nvPr/>
        </p:nvSpPr>
        <p:spPr>
          <a:xfrm xmlns:a="http://schemas.openxmlformats.org/drawingml/2006/main">
            <a:off x="571500" y="1333195"/>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933A579D-BEDB-413C-973D-CB771474E774}"/>
              </a:ext>
            </a:extLst>
          </p:cNvPr>
          <p:cNvSpPr>
            <a:spLocks xmlns:a="http://schemas.openxmlformats.org/drawingml/2006/main" noGrp="1"/>
          </p:cNvSpPr>
          <p:nvPr/>
        </p:nvSpPr>
        <p:spPr>
          <a:xfrm xmlns:a="http://schemas.openxmlformats.org/drawingml/2006/main">
            <a:off x="838505" y="1295705"/>
            <a:ext cx="10296144"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600" b="1">
                <a:solidFill>
                  <a:srgbClr val="FFFFFF"/>
                </a:solidFill>
                <a:latin typeface="Poppins"/>
                <a:ea typeface="Poppins"/>
                <a:cs typeface="Poppins"/>
              </a:rPr>
              <a:t>Proposed Solution — Verified End-to-End Workflow</a:t>
            </a:r>
            <a:endParaRPr sz="2600"/>
          </a:p>
        </p:txBody>
      </p:sp>
      <p:sp>
        <p:nvSpPr>
          <p:cNvPr id="9" name="Shape 4">
            <a:extLst xmlns:a="http://schemas.openxmlformats.org/drawingml/2006/main">
              <a:ext uri="{FF2B5EF4-FFF2-40B4-BE49-F238E27FC236}">
                <a16:creationId xmlns:a16="http://schemas.microsoft.com/office/drawing/2014/main" id="{5E3B111E-4F70-465A-B203-951AC38D03ED}"/>
              </a:ext>
            </a:extLst>
          </p:cNvPr>
          <p:cNvSpPr>
            <a:spLocks xmlns:a="http://schemas.openxmlformats.org/drawingml/2006/main" noGrp="1"/>
          </p:cNvSpPr>
          <p:nvPr/>
        </p:nvSpPr>
        <p:spPr>
          <a:xfrm xmlns:a="http://schemas.openxmlformats.org/drawingml/2006/main">
            <a:off x="571500" y="2021738"/>
            <a:ext cx="11048695" cy="4552798"/>
          </a:xfrm>
          <a:prstGeom xmlns:a="http://schemas.openxmlformats.org/drawingml/2006/main" prst="roundRect">
            <a:avLst>
              <a:gd name="adj" fmla="val 672"/>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8F4B58D7-6834-4A7C-9FF9-E0B91F92A7E4}"/>
              </a:ext>
            </a:extLst>
          </p:cNvPr>
          <p:cNvSpPr>
            <a:spLocks xmlns:a="http://schemas.openxmlformats.org/drawingml/2006/main" noGrp="1"/>
          </p:cNvSpPr>
          <p:nvPr/>
        </p:nvSpPr>
        <p:spPr>
          <a:xfrm xmlns:a="http://schemas.openxmlformats.org/drawingml/2006/main">
            <a:off x="571500" y="2021738"/>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2F94891F-A1E1-4391-8E95-E52E77EC47FC}"/>
              </a:ext>
            </a:extLst>
          </p:cNvPr>
          <p:cNvSpPr>
            <a:spLocks xmlns:a="http://schemas.openxmlformats.org/drawingml/2006/main" noGrp="1"/>
          </p:cNvSpPr>
          <p:nvPr/>
        </p:nvSpPr>
        <p:spPr>
          <a:xfrm xmlns:a="http://schemas.openxmlformats.org/drawingml/2006/main">
            <a:off x="11430000" y="202173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D0488678-DBD1-4451-AC88-49206327B574}"/>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9DBBA87F-C279-4D61-A073-17A429DA2675}"/>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5BECFA08-A0C2-4DCE-A10A-EFFCF72A787C}"/>
              </a:ext>
            </a:extLst>
          </p:cNvPr>
          <p:cNvSpPr>
            <a:spLocks xmlns:a="http://schemas.openxmlformats.org/drawingml/2006/main" noGrp="1"/>
          </p:cNvSpPr>
          <p:nvPr/>
        </p:nvSpPr>
        <p:spPr>
          <a:xfrm xmlns:a="http://schemas.openxmlformats.org/drawingml/2006/main">
            <a:off x="961949" y="2412187"/>
            <a:ext cx="571500" cy="571500"/>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42" name="Image 3"/>
          <p:cNvPicPr>
            <a:picLocks xmlns:a="http://schemas.openxmlformats.org/drawingml/2006/main" noChangeAspect="1"/>
          </p:cNvPicPr>
          <p:nvPr/>
        </p:nvPicPr>
        <p:blipFill>
          <a:blip xmlns:r="http://schemas.openxmlformats.org/officeDocument/2006/relationships" xmlns:a="http://schemas.openxmlformats.org/drawingml/2006/main" r:embed="R16e486e317b84934"/>
          <a:srcRect xmlns:a="http://schemas.openxmlformats.org/drawingml/2006/main" l="-80" t="0" r="-80" b="0"/>
          <a:stretch xmlns:a="http://schemas.openxmlformats.org/drawingml/2006/main"/>
        </p:blipFill>
        <p:spPr>
          <a:xfrm xmlns:a="http://schemas.openxmlformats.org/drawingml/2006/main">
            <a:off x="1104595" y="2583180"/>
            <a:ext cx="286207"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6C66E7FF-ACB4-4555-AFFC-92081A0322FB}"/>
              </a:ext>
            </a:extLst>
          </p:cNvPr>
          <p:cNvSpPr>
            <a:spLocks xmlns:a="http://schemas.openxmlformats.org/drawingml/2006/main" noGrp="1"/>
          </p:cNvSpPr>
          <p:nvPr/>
        </p:nvSpPr>
        <p:spPr>
          <a:xfrm xmlns:a="http://schemas.openxmlformats.org/drawingml/2006/main">
            <a:off x="961949" y="3193085"/>
            <a:ext cx="101727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a:solidFill>
                  <a:srgbClr val="AEFF82">
                    <a:alpha val="80000"/>
                  </a:srgbClr>
                </a:solidFill>
                <a:latin typeface="Poppins"/>
                <a:ea typeface="Poppins"/>
                <a:cs typeface="Poppins"/>
              </a:rPr>
              <a:t>The implementation covers dataset construction, model benchmarking, reproducible checkpoint selection, test evaluation and an offline application rather than treating restoration as an isolated network demo.</a:t>
            </a:r>
            <a:endParaRPr sz="1800"/>
          </a:p>
        </p:txBody>
      </p:sp>
      <p:sp>
        <p:nvSpPr>
          <p:cNvPr id="17" name="Shape 11">
            <a:extLst xmlns:a="http://schemas.openxmlformats.org/drawingml/2006/main">
              <a:ext uri="{FF2B5EF4-FFF2-40B4-BE49-F238E27FC236}">
                <a16:creationId xmlns:a16="http://schemas.microsoft.com/office/drawing/2014/main" id="{846421FE-3797-49E9-BEF3-8CBD899B564A}"/>
              </a:ext>
            </a:extLst>
          </p:cNvPr>
          <p:cNvSpPr>
            <a:spLocks xmlns:a="http://schemas.openxmlformats.org/drawingml/2006/main" noGrp="1"/>
          </p:cNvSpPr>
          <p:nvPr/>
        </p:nvSpPr>
        <p:spPr>
          <a:xfrm xmlns:a="http://schemas.openxmlformats.org/drawingml/2006/main">
            <a:off x="961949" y="4134002"/>
            <a:ext cx="10267798" cy="1276502"/>
          </a:xfrm>
          <a:prstGeom xmlns:a="http://schemas.openxmlformats.org/drawingml/2006/main" prst="roundRect">
            <a:avLst>
              <a:gd name="adj" fmla="val 4277"/>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2">
            <a:extLst xmlns:a="http://schemas.openxmlformats.org/drawingml/2006/main">
              <a:ext uri="{FF2B5EF4-FFF2-40B4-BE49-F238E27FC236}">
                <a16:creationId xmlns:a16="http://schemas.microsoft.com/office/drawing/2014/main" id="{9C499E02-5FCC-429C-9F65-EAA98A3C9D9E}"/>
              </a:ext>
            </a:extLst>
          </p:cNvPr>
          <p:cNvSpPr>
            <a:spLocks xmlns:a="http://schemas.openxmlformats.org/drawingml/2006/main" noGrp="1"/>
          </p:cNvSpPr>
          <p:nvPr/>
        </p:nvSpPr>
        <p:spPr>
          <a:xfrm xmlns:a="http://schemas.openxmlformats.org/drawingml/2006/main">
            <a:off x="1200607" y="4372661"/>
            <a:ext cx="1367028"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9CA3AF"/>
                </a:solidFill>
                <a:latin typeface="Poppins"/>
                <a:ea typeface="Poppins"/>
                <a:cs typeface="Poppins"/>
              </a:rPr>
              <a:t>SOLUTION DETAILS</a:t>
            </a:r>
            <a:endParaRPr sz="1000"/>
          </a:p>
        </p:txBody>
      </p:sp>
      <p:sp>
        <p:nvSpPr>
          <p:cNvPr id="19" name="Text 13">
            <a:extLst xmlns:a="http://schemas.openxmlformats.org/drawingml/2006/main">
              <a:ext uri="{FF2B5EF4-FFF2-40B4-BE49-F238E27FC236}">
                <a16:creationId xmlns:a16="http://schemas.microsoft.com/office/drawing/2014/main" id="{0D890BCE-C052-4B68-888A-A35A3DD8D8CD}"/>
              </a:ext>
            </a:extLst>
          </p:cNvPr>
          <p:cNvSpPr>
            <a:spLocks xmlns:a="http://schemas.openxmlformats.org/drawingml/2006/main" noGrp="1"/>
          </p:cNvSpPr>
          <p:nvPr/>
        </p:nvSpPr>
        <p:spPr>
          <a:xfrm xmlns:a="http://schemas.openxmlformats.org/drawingml/2006/main">
            <a:off x="1200607" y="4648810"/>
            <a:ext cx="8996782" cy="50566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i="1">
                <a:solidFill>
                  <a:srgbClr val="FFFFFF">
                    <a:alpha val="70000"/>
                  </a:srgbClr>
                </a:solidFill>
                <a:latin typeface="Poppins"/>
                <a:ea typeface="Poppins"/>
                <a:cs typeface="Poppins"/>
              </a:rPr>
              <a:t>1) Standardize 4,158 grayscale SEM sources to 1024×768 and split 2,910/831/417 at source level.  2) Create pure bicubic 2× SR pairs and same-resolution noise pairs with 11 documented operators.  3) Train and evaluate CNN, transformer, multiscale and GAN families.  4) Package verified Restormer and EDSR checkpoints in the AI Restoration Studio desktop application.</a:t>
            </a:r>
            <a:endParaRPr sz="1300"/>
          </a:p>
        </p:txBody>
      </p:sp>
      <p:pic>
        <p:nvPicPr>
          <p:cNvPr id="47" name="Picture 19"/>
          <p:cNvPicPr>
            <a:picLocks xmlns:a="http://schemas.openxmlformats.org/drawingml/2006/main" noChangeAspect="1"/>
          </p:cNvPicPr>
          <p:nvPr/>
        </p:nvPicPr>
        <p:blipFill>
          <a:blip xmlns:r="http://schemas.openxmlformats.org/officeDocument/2006/relationships" xmlns:a="http://schemas.openxmlformats.org/drawingml/2006/main" r:embed="R344d2d309a5248c8"/>
          <a:stretch xmlns:a="http://schemas.openxmlformats.org/drawingml/2006/main">
            <a:fillRect l="0" t="0" r="0" b="0"/>
          </a:stretch>
        </p:blipFill>
        <p:spPr>
          <a:xfrm xmlns:a="http://schemas.openxmlformats.org/drawingml/2006/main">
            <a:off x="5292164" y="227710"/>
            <a:ext cx="1607366" cy="783591"/>
          </a:xfrm>
          <a:prstGeom xmlns:a="http://schemas.openxmlformats.org/drawingml/2006/main" prst="rect">
            <a:avLst/>
          </a:prstGeom>
        </p:spPr>
      </p:pic>
      <p:sp>
        <p:nvSpPr>
          <p:cNvPr id="22" name="Shape 1">
            <a:extLst xmlns:a="http://schemas.openxmlformats.org/drawingml/2006/main">
              <a:ext uri="{FF2B5EF4-FFF2-40B4-BE49-F238E27FC236}">
                <a16:creationId xmlns:a16="http://schemas.microsoft.com/office/drawing/2014/main" id="{50164B49-38DE-6195-0A8B-DC6EC6DA2457}"/>
              </a:ext>
            </a:extLst>
          </p:cNvPr>
          <p:cNvSpPr>
            <a:spLocks xmlns:a="http://schemas.openxmlformats.org/drawingml/2006/main" noGrp="1"/>
          </p:cNvSpPr>
          <p:nvPr/>
        </p:nvSpPr>
        <p:spPr>
          <a:xfrm xmlns:a="http://schemas.openxmlformats.org/drawingml/2006/main">
            <a:off x="571500" y="142799"/>
            <a:ext cx="11048695" cy="857707"/>
          </a:xfrm>
          <a:prstGeom xmlns:a="http://schemas.openxmlformats.org/drawingml/2006/main" prst="roundRect">
            <a:avLst>
              <a:gd name="adj" fmla="val 9476"/>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49" name="Picture 22"/>
          <p:cNvPicPr>
            <a:picLocks xmlns:a="http://schemas.openxmlformats.org/drawingml/2006/main" noChangeAspect="1"/>
          </p:cNvPicPr>
          <p:nvPr/>
        </p:nvPicPr>
        <p:blipFill>
          <a:blip xmlns:r="http://schemas.openxmlformats.org/officeDocument/2006/relationships" xmlns:a="http://schemas.openxmlformats.org/drawingml/2006/main" r:embed="R5fc0295eb25249a6"/>
          <a:stretch xmlns:a="http://schemas.openxmlformats.org/drawingml/2006/main">
            <a:fillRect l="0" t="0" r="0" b="0"/>
          </a:stretch>
        </p:blipFill>
        <p:spPr>
          <a:xfrm xmlns:a="http://schemas.openxmlformats.org/drawingml/2006/main">
            <a:off x="1466553" y="276669"/>
            <a:ext cx="9163491" cy="586435"/>
          </a:xfrm>
          <a:prstGeom xmlns:a="http://schemas.openxmlformats.org/drawingml/2006/main" prst="rect">
            <a:avLst/>
          </a:prstGeom>
        </p:spPr>
      </p:pic>
    </p:spTree>
    <p:extLst>
      <p:ext uri="{BB962C8B-B14F-4D97-AF65-F5344CB8AC3E}">
        <p14:creationId xmlns:p14="http://schemas.microsoft.com/office/powerpoint/2010/main" val="21415855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846E10C-B6F7-4F29-BEE8-F49C34E08D7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3f22f83c5a6b40be">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ED7DFA89-D93B-4C11-85C6-0D5332A972EF}"/>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39" name="Image 1"/>
          <p:cNvPicPr>
            <a:picLocks xmlns:a="http://schemas.openxmlformats.org/drawingml/2006/main" noChangeAspect="1"/>
          </p:cNvPicPr>
          <p:nvPr/>
        </p:nvPicPr>
        <p:blipFill>
          <a:blip xmlns:r="http://schemas.openxmlformats.org/officeDocument/2006/relationships" xmlns:a="http://schemas.openxmlformats.org/drawingml/2006/main" r:embed="Rddfc2d461f21444c"/>
          <a:srcRect xmlns:a="http://schemas.openxmlformats.org/drawingml/2006/main" l="0" t="10" r="0" b="10"/>
          <a:stretch xmlns:a="http://schemas.openxmlformats.org/drawingml/2006/main"/>
        </p:blipFill>
        <p:spPr>
          <a:xfrm xmlns:a="http://schemas.openxmlformats.org/drawingml/2006/main">
            <a:off x="857707" y="381305"/>
            <a:ext cx="1266444" cy="476402"/>
          </a:xfrm>
          <a:prstGeom xmlns:a="http://schemas.openxmlformats.org/drawingml/2006/main" prst="rect">
            <a:avLst/>
          </a:prstGeom>
        </p:spPr>
      </p:pic>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1ad42abab9624d4f"/>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A3F7C7A4-1D3E-4095-B4EE-608EDA7A33C2}"/>
              </a:ext>
            </a:extLst>
          </p:cNvPr>
          <p:cNvSpPr>
            <a:spLocks xmlns:a="http://schemas.openxmlformats.org/drawingml/2006/main" noGrp="1"/>
          </p:cNvSpPr>
          <p:nvPr/>
        </p:nvSpPr>
        <p:spPr>
          <a:xfrm xmlns:a="http://schemas.openxmlformats.org/drawingml/2006/main">
            <a:off x="571500" y="1333195"/>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D4D71C66-F61A-4487-BBE6-4501C8D34075}"/>
              </a:ext>
            </a:extLst>
          </p:cNvPr>
          <p:cNvSpPr>
            <a:spLocks xmlns:a="http://schemas.openxmlformats.org/drawingml/2006/main" noGrp="1"/>
          </p:cNvSpPr>
          <p:nvPr/>
        </p:nvSpPr>
        <p:spPr>
          <a:xfrm xmlns:a="http://schemas.openxmlformats.org/drawingml/2006/main">
            <a:off x="838505" y="1295705"/>
            <a:ext cx="3728923"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Poppins"/>
                <a:ea typeface="Poppins"/>
                <a:cs typeface="Poppins"/>
              </a:rPr>
              <a:t>Innovation, Impact and Verified Outcomes</a:t>
            </a:r>
            <a:endParaRPr sz="2600"/>
          </a:p>
        </p:txBody>
      </p:sp>
      <p:sp>
        <p:nvSpPr>
          <p:cNvPr id="9" name="Shape 4">
            <a:extLst xmlns:a="http://schemas.openxmlformats.org/drawingml/2006/main">
              <a:ext uri="{FF2B5EF4-FFF2-40B4-BE49-F238E27FC236}">
                <a16:creationId xmlns:a16="http://schemas.microsoft.com/office/drawing/2014/main" id="{F43AA1F2-2664-4DCA-BE67-E75C35826473}"/>
              </a:ext>
            </a:extLst>
          </p:cNvPr>
          <p:cNvSpPr>
            <a:spLocks xmlns:a="http://schemas.openxmlformats.org/drawingml/2006/main" noGrp="1"/>
          </p:cNvSpPr>
          <p:nvPr/>
        </p:nvSpPr>
        <p:spPr>
          <a:xfrm xmlns:a="http://schemas.openxmlformats.org/drawingml/2006/main">
            <a:off x="571500" y="2021738"/>
            <a:ext cx="11048695" cy="4552798"/>
          </a:xfrm>
          <a:prstGeom xmlns:a="http://schemas.openxmlformats.org/drawingml/2006/main" prst="roundRect">
            <a:avLst>
              <a:gd name="adj" fmla="val 672"/>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CDA4358F-3B8B-4EBA-AF05-5DA4E276DAFA}"/>
              </a:ext>
            </a:extLst>
          </p:cNvPr>
          <p:cNvSpPr>
            <a:spLocks xmlns:a="http://schemas.openxmlformats.org/drawingml/2006/main" noGrp="1"/>
          </p:cNvSpPr>
          <p:nvPr/>
        </p:nvSpPr>
        <p:spPr>
          <a:xfrm xmlns:a="http://schemas.openxmlformats.org/drawingml/2006/main">
            <a:off x="571500" y="2021738"/>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182B5BAC-2B70-4256-89B2-0E2CD78FA547}"/>
              </a:ext>
            </a:extLst>
          </p:cNvPr>
          <p:cNvSpPr>
            <a:spLocks xmlns:a="http://schemas.openxmlformats.org/drawingml/2006/main" noGrp="1"/>
          </p:cNvSpPr>
          <p:nvPr/>
        </p:nvSpPr>
        <p:spPr>
          <a:xfrm xmlns:a="http://schemas.openxmlformats.org/drawingml/2006/main">
            <a:off x="11430000" y="202173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BA7DB7E9-535D-406E-9A06-34D44C9CC033}"/>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1C6B0866-CA8C-44BE-808E-1519D9F96D43}"/>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C659D811-8EA1-4648-9832-87C1DDF9E1AF}"/>
              </a:ext>
            </a:extLst>
          </p:cNvPr>
          <p:cNvSpPr>
            <a:spLocks xmlns:a="http://schemas.openxmlformats.org/drawingml/2006/main" noGrp="1"/>
          </p:cNvSpPr>
          <p:nvPr/>
        </p:nvSpPr>
        <p:spPr>
          <a:xfrm xmlns:a="http://schemas.openxmlformats.org/drawingml/2006/main">
            <a:off x="961949" y="2412187"/>
            <a:ext cx="571500" cy="571500"/>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49" name="Image 3"/>
          <p:cNvPicPr>
            <a:picLocks xmlns:a="http://schemas.openxmlformats.org/drawingml/2006/main" noChangeAspect="1"/>
          </p:cNvPicPr>
          <p:nvPr/>
        </p:nvPicPr>
        <p:blipFill>
          <a:blip xmlns:r="http://schemas.openxmlformats.org/officeDocument/2006/relationships" xmlns:a="http://schemas.openxmlformats.org/drawingml/2006/main" r:embed="Ra64f6cc763d34657"/>
          <a:srcRect xmlns:a="http://schemas.openxmlformats.org/drawingml/2006/main" l="0" t="0" r="0" b="0"/>
          <a:stretch xmlns:a="http://schemas.openxmlformats.org/drawingml/2006/main"/>
        </p:blipFill>
        <p:spPr>
          <a:xfrm xmlns:a="http://schemas.openxmlformats.org/drawingml/2006/main">
            <a:off x="1133856" y="2583180"/>
            <a:ext cx="228600"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4805396C-A5B2-48BA-9C3F-8AFA5B364C46}"/>
              </a:ext>
            </a:extLst>
          </p:cNvPr>
          <p:cNvSpPr>
            <a:spLocks xmlns:a="http://schemas.openxmlformats.org/drawingml/2006/main" noGrp="1"/>
          </p:cNvSpPr>
          <p:nvPr/>
        </p:nvSpPr>
        <p:spPr>
          <a:xfrm xmlns:a="http://schemas.openxmlformats.org/drawingml/2006/main">
            <a:off x="961949" y="3193085"/>
            <a:ext cx="10239451"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a:solidFill>
                  <a:srgbClr val="AEFF82">
                    <a:alpha val="80000"/>
                  </a:srgbClr>
                </a:solidFill>
                <a:latin typeface="Poppins"/>
                <a:ea typeface="Poppins"/>
                <a:cs typeface="Poppins"/>
              </a:rPr>
              <a:t>A dual-task benchmark isolates resolution loss from acquisition artifacts while retaining shared source identities. Ten executed notebooks and an offline application connect reproducible experimentation to a usable SEM-image workflow.</a:t>
            </a:r>
            <a:endParaRPr sz="1800"/>
          </a:p>
        </p:txBody>
      </p:sp>
      <p:sp>
        <p:nvSpPr>
          <p:cNvPr id="17" name="Shape 11">
            <a:extLst xmlns:a="http://schemas.openxmlformats.org/drawingml/2006/main">
              <a:ext uri="{FF2B5EF4-FFF2-40B4-BE49-F238E27FC236}">
                <a16:creationId xmlns:a16="http://schemas.microsoft.com/office/drawing/2014/main" id="{4A04F2FE-2F47-48BD-BD2E-2277B0B51641}"/>
              </a:ext>
            </a:extLst>
          </p:cNvPr>
          <p:cNvSpPr>
            <a:spLocks xmlns:a="http://schemas.openxmlformats.org/drawingml/2006/main" noGrp="1"/>
          </p:cNvSpPr>
          <p:nvPr/>
        </p:nvSpPr>
        <p:spPr>
          <a:xfrm xmlns:a="http://schemas.openxmlformats.org/drawingml/2006/main">
            <a:off x="961949" y="4210812"/>
            <a:ext cx="5020056" cy="1200607"/>
          </a:xfrm>
          <a:prstGeom xmlns:a="http://schemas.openxmlformats.org/drawingml/2006/main" prst="roundRect">
            <a:avLst>
              <a:gd name="adj" fmla="val 4836"/>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pic>
        <p:nvPicPr>
          <p:cNvPr id="52" name="Image 4"/>
          <p:cNvPicPr>
            <a:picLocks xmlns:a="http://schemas.openxmlformats.org/drawingml/2006/main" noChangeAspect="1"/>
          </p:cNvPicPr>
          <p:nvPr/>
        </p:nvPicPr>
        <p:blipFill>
          <a:blip xmlns:r="http://schemas.openxmlformats.org/officeDocument/2006/relationships" xmlns:a="http://schemas.openxmlformats.org/drawingml/2006/main" r:embed="Re901344226c14acc"/>
          <a:srcRect xmlns:a="http://schemas.openxmlformats.org/drawingml/2006/main" l="0" t="0" r="0" b="0"/>
          <a:stretch xmlns:a="http://schemas.openxmlformats.org/drawingml/2006/main"/>
        </p:blipFill>
        <p:spPr>
          <a:xfrm xmlns:a="http://schemas.openxmlformats.org/drawingml/2006/main">
            <a:off x="1200607" y="4486961"/>
            <a:ext cx="152705" cy="152705"/>
          </a:xfrm>
          <a:prstGeom xmlns:a="http://schemas.openxmlformats.org/drawingml/2006/main" prst="rect">
            <a:avLst/>
          </a:prstGeom>
        </p:spPr>
      </p:pic>
      <p:sp>
        <p:nvSpPr>
          <p:cNvPr id="19" name="Text 12">
            <a:extLst xmlns:a="http://schemas.openxmlformats.org/drawingml/2006/main">
              <a:ext uri="{FF2B5EF4-FFF2-40B4-BE49-F238E27FC236}">
                <a16:creationId xmlns:a16="http://schemas.microsoft.com/office/drawing/2014/main" id="{03EC967A-32BA-455E-8444-8E59FE11338A}"/>
              </a:ext>
            </a:extLst>
          </p:cNvPr>
          <p:cNvSpPr>
            <a:spLocks xmlns:a="http://schemas.openxmlformats.org/drawingml/2006/main" noGrp="1"/>
          </p:cNvSpPr>
          <p:nvPr/>
        </p:nvSpPr>
        <p:spPr>
          <a:xfrm xmlns:a="http://schemas.openxmlformats.org/drawingml/2006/main">
            <a:off x="1466698" y="4448556"/>
            <a:ext cx="13240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FFFFFF"/>
                </a:solidFill>
                <a:latin typeface="Poppins"/>
                <a:ea typeface="Poppins"/>
                <a:cs typeface="Poppins"/>
              </a:rPr>
              <a:t>VERIFIED DATASET QUALITY</a:t>
            </a:r>
            <a:endParaRPr sz="1200"/>
          </a:p>
        </p:txBody>
      </p:sp>
      <p:sp>
        <p:nvSpPr>
          <p:cNvPr id="20" name="Text 13">
            <a:extLst xmlns:a="http://schemas.openxmlformats.org/drawingml/2006/main">
              <a:ext uri="{FF2B5EF4-FFF2-40B4-BE49-F238E27FC236}">
                <a16:creationId xmlns:a16="http://schemas.microsoft.com/office/drawing/2014/main" id="{148B0D2C-475F-4E43-85EF-5F86E03A6E87}"/>
              </a:ext>
            </a:extLst>
          </p:cNvPr>
          <p:cNvSpPr>
            <a:spLocks xmlns:a="http://schemas.openxmlformats.org/drawingml/2006/main" noGrp="1"/>
          </p:cNvSpPr>
          <p:nvPr/>
        </p:nvSpPr>
        <p:spPr>
          <a:xfrm xmlns:a="http://schemas.openxmlformats.org/drawingml/2006/main">
            <a:off x="1200607" y="4791456"/>
            <a:ext cx="4148633" cy="3813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D1D5DB"/>
                </a:solidFill>
                <a:latin typeface="Poppins"/>
                <a:ea typeface="Poppins"/>
                <a:cs typeface="Poppins"/>
              </a:rPr>
              <a:t>8,316 paired samples across two tasks; exact 2× geometry; no missing, orphan or corrupted files. Audit scores: SR 97/100, denoising 92/100, hackathon use 95/100.</a:t>
            </a:r>
            <a:endParaRPr sz="1000"/>
          </a:p>
        </p:txBody>
      </p:sp>
      <p:sp>
        <p:nvSpPr>
          <p:cNvPr id="21" name="Shape 14">
            <a:extLst xmlns:a="http://schemas.openxmlformats.org/drawingml/2006/main">
              <a:ext uri="{FF2B5EF4-FFF2-40B4-BE49-F238E27FC236}">
                <a16:creationId xmlns:a16="http://schemas.microsoft.com/office/drawing/2014/main" id="{FB0C5F41-73BC-4117-A18E-619BD0C383E7}"/>
              </a:ext>
            </a:extLst>
          </p:cNvPr>
          <p:cNvSpPr>
            <a:spLocks xmlns:a="http://schemas.openxmlformats.org/drawingml/2006/main" noGrp="1"/>
          </p:cNvSpPr>
          <p:nvPr/>
        </p:nvSpPr>
        <p:spPr>
          <a:xfrm xmlns:a="http://schemas.openxmlformats.org/drawingml/2006/main">
            <a:off x="6210605" y="4210812"/>
            <a:ext cx="5020056" cy="1200607"/>
          </a:xfrm>
          <a:prstGeom xmlns:a="http://schemas.openxmlformats.org/drawingml/2006/main" prst="roundRect">
            <a:avLst>
              <a:gd name="adj" fmla="val 4836"/>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5"/>
          <p:cNvPicPr>
            <a:picLocks xmlns:a="http://schemas.openxmlformats.org/drawingml/2006/main" noChangeAspect="1"/>
          </p:cNvPicPr>
          <p:nvPr/>
        </p:nvPicPr>
        <p:blipFill>
          <a:blip xmlns:r="http://schemas.openxmlformats.org/officeDocument/2006/relationships" xmlns:a="http://schemas.openxmlformats.org/drawingml/2006/main" r:embed="Rea506444f3e24a2b"/>
          <a:srcRect xmlns:a="http://schemas.openxmlformats.org/drawingml/2006/main" l="-33" t="0" r="-33" b="0"/>
          <a:stretch xmlns:a="http://schemas.openxmlformats.org/drawingml/2006/main"/>
        </p:blipFill>
        <p:spPr>
          <a:xfrm xmlns:a="http://schemas.openxmlformats.org/drawingml/2006/main">
            <a:off x="6448349" y="4486961"/>
            <a:ext cx="171907" cy="152705"/>
          </a:xfrm>
          <a:prstGeom xmlns:a="http://schemas.openxmlformats.org/drawingml/2006/main" prst="rect">
            <a:avLst/>
          </a:prstGeom>
        </p:spPr>
      </p:pic>
      <p:sp>
        <p:nvSpPr>
          <p:cNvPr id="23" name="Text 15">
            <a:extLst xmlns:a="http://schemas.openxmlformats.org/drawingml/2006/main">
              <a:ext uri="{FF2B5EF4-FFF2-40B4-BE49-F238E27FC236}">
                <a16:creationId xmlns:a16="http://schemas.microsoft.com/office/drawing/2014/main" id="{09FDDCFE-D118-4C5D-A038-77E2689460D2}"/>
              </a:ext>
            </a:extLst>
          </p:cNvPr>
          <p:cNvSpPr>
            <a:spLocks xmlns:a="http://schemas.openxmlformats.org/drawingml/2006/main" noGrp="1"/>
          </p:cNvSpPr>
          <p:nvPr/>
        </p:nvSpPr>
        <p:spPr>
          <a:xfrm xmlns:a="http://schemas.openxmlformats.org/drawingml/2006/main">
            <a:off x="6734556" y="4448556"/>
            <a:ext cx="192481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FFFFFF"/>
                </a:solidFill>
                <a:latin typeface="Poppins"/>
                <a:ea typeface="Poppins"/>
                <a:cs typeface="Poppins"/>
              </a:rPr>
              <a:t>REPORTED TEST RESULTS</a:t>
            </a:r>
            <a:endParaRPr sz="1200"/>
          </a:p>
        </p:txBody>
      </p:sp>
      <p:sp>
        <p:nvSpPr>
          <p:cNvPr id="24" name="Text 16">
            <a:extLst xmlns:a="http://schemas.openxmlformats.org/drawingml/2006/main">
              <a:ext uri="{FF2B5EF4-FFF2-40B4-BE49-F238E27FC236}">
                <a16:creationId xmlns:a16="http://schemas.microsoft.com/office/drawing/2014/main" id="{66B9F9EC-39B3-408E-9DCA-6FEDA9AB0179}"/>
              </a:ext>
            </a:extLst>
          </p:cNvPr>
          <p:cNvSpPr>
            <a:spLocks xmlns:a="http://schemas.openxmlformats.org/drawingml/2006/main" noGrp="1"/>
          </p:cNvSpPr>
          <p:nvPr/>
        </p:nvSpPr>
        <p:spPr>
          <a:xfrm xmlns:a="http://schemas.openxmlformats.org/drawingml/2006/main">
            <a:off x="6448349" y="4791456"/>
            <a:ext cx="3986784" cy="3813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D1D5DB"/>
                </a:solidFill>
                <a:latin typeface="Poppins"/>
                <a:ea typeface="Poppins"/>
                <a:cs typeface="Poppins"/>
              </a:rPr>
              <a:t>EDSR: 29.355 dB PSNR, 0.9819 SSIM.
Restormer: 20.814 dB PSNR, 0.4085 LPIPS.</a:t>
            </a:r>
            <a:endParaRPr sz="1000"/>
          </a:p>
        </p:txBody>
      </p:sp>
      <p:pic>
        <p:nvPicPr>
          <p:cNvPr id="59" name="Picture 24"/>
          <p:cNvPicPr>
            <a:picLocks xmlns:a="http://schemas.openxmlformats.org/drawingml/2006/main" noChangeAspect="1"/>
          </p:cNvPicPr>
          <p:nvPr/>
        </p:nvPicPr>
        <p:blipFill>
          <a:blip xmlns:r="http://schemas.openxmlformats.org/officeDocument/2006/relationships" xmlns:a="http://schemas.openxmlformats.org/drawingml/2006/main" r:embed="Rf33e12c5a397462b"/>
          <a:stretch xmlns:a="http://schemas.openxmlformats.org/drawingml/2006/main">
            <a:fillRect l="0" t="0" r="0" b="0"/>
          </a:stretch>
        </p:blipFill>
        <p:spPr>
          <a:xfrm xmlns:a="http://schemas.openxmlformats.org/drawingml/2006/main">
            <a:off x="5406922" y="227710"/>
            <a:ext cx="1607366" cy="783591"/>
          </a:xfrm>
          <a:prstGeom xmlns:a="http://schemas.openxmlformats.org/drawingml/2006/main" prst="rect">
            <a:avLst/>
          </a:prstGeom>
        </p:spPr>
      </p:pic>
      <p:sp>
        <p:nvSpPr>
          <p:cNvPr id="27" name="Shape 1">
            <a:extLst xmlns:a="http://schemas.openxmlformats.org/drawingml/2006/main">
              <a:ext uri="{FF2B5EF4-FFF2-40B4-BE49-F238E27FC236}">
                <a16:creationId xmlns:a16="http://schemas.microsoft.com/office/drawing/2014/main" id="{850BA2BE-D607-619F-6960-A71277019D3B}"/>
              </a:ext>
            </a:extLst>
          </p:cNvPr>
          <p:cNvSpPr>
            <a:spLocks xmlns:a="http://schemas.openxmlformats.org/drawingml/2006/main" noGrp="1"/>
          </p:cNvSpPr>
          <p:nvPr/>
        </p:nvSpPr>
        <p:spPr>
          <a:xfrm xmlns:a="http://schemas.openxmlformats.org/drawingml/2006/main">
            <a:off x="571500" y="209602"/>
            <a:ext cx="11048695" cy="857707"/>
          </a:xfrm>
          <a:prstGeom xmlns:a="http://schemas.openxmlformats.org/drawingml/2006/main" prst="roundRect">
            <a:avLst>
              <a:gd name="adj" fmla="val 9476"/>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61" name="Picture 27"/>
          <p:cNvPicPr>
            <a:picLocks xmlns:a="http://schemas.openxmlformats.org/drawingml/2006/main" noChangeAspect="1"/>
          </p:cNvPicPr>
          <p:nvPr/>
        </p:nvPicPr>
        <p:blipFill>
          <a:blip xmlns:r="http://schemas.openxmlformats.org/officeDocument/2006/relationships" xmlns:a="http://schemas.openxmlformats.org/drawingml/2006/main" r:embed="Rafcd77be35514e96"/>
          <a:stretch xmlns:a="http://schemas.openxmlformats.org/drawingml/2006/main">
            <a:fillRect l="0" t="0" r="0" b="0"/>
          </a:stretch>
        </p:blipFill>
        <p:spPr>
          <a:xfrm xmlns:a="http://schemas.openxmlformats.org/drawingml/2006/main">
            <a:off x="1628859" y="329389"/>
            <a:ext cx="9163491" cy="586435"/>
          </a:xfrm>
          <a:prstGeom xmlns:a="http://schemas.openxmlformats.org/drawingml/2006/main" prst="rect">
            <a:avLst/>
          </a:prstGeom>
        </p:spPr>
      </p:pic>
    </p:spTree>
    <p:extLst>
      <p:ext uri="{BB962C8B-B14F-4D97-AF65-F5344CB8AC3E}">
        <p14:creationId xmlns:p14="http://schemas.microsoft.com/office/powerpoint/2010/main" val="181861082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8E31874-5BE1-424C-81EB-4EADE26D7F7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af6310beaa3b4b91">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6E197465-CB0E-4A4F-AE96-43375BD63ED6}"/>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44" name="Image 1"/>
          <p:cNvPicPr>
            <a:picLocks xmlns:a="http://schemas.openxmlformats.org/drawingml/2006/main" noChangeAspect="1"/>
          </p:cNvPicPr>
          <p:nvPr/>
        </p:nvPicPr>
        <p:blipFill>
          <a:blip xmlns:r="http://schemas.openxmlformats.org/officeDocument/2006/relationships" xmlns:a="http://schemas.openxmlformats.org/drawingml/2006/main" r:embed="R5f4d426a8bfd4aa0"/>
          <a:srcRect xmlns:a="http://schemas.openxmlformats.org/drawingml/2006/main" l="0" t="10" r="0" b="10"/>
          <a:stretch xmlns:a="http://schemas.openxmlformats.org/drawingml/2006/main"/>
        </p:blipFill>
        <p:spPr>
          <a:xfrm xmlns:a="http://schemas.openxmlformats.org/drawingml/2006/main">
            <a:off x="857707" y="381305"/>
            <a:ext cx="1266444" cy="476402"/>
          </a:xfrm>
          <a:prstGeom xmlns:a="http://schemas.openxmlformats.org/drawingml/2006/main" prst="rect">
            <a:avLst/>
          </a:prstGeom>
        </p:spPr>
      </p:pic>
      <p:pic>
        <p:nvPicPr>
          <p:cNvPr id="45" name="Image 2"/>
          <p:cNvPicPr>
            <a:picLocks xmlns:a="http://schemas.openxmlformats.org/drawingml/2006/main" noChangeAspect="1"/>
          </p:cNvPicPr>
          <p:nvPr/>
        </p:nvPicPr>
        <p:blipFill>
          <a:blip xmlns:r="http://schemas.openxmlformats.org/officeDocument/2006/relationships" xmlns:a="http://schemas.openxmlformats.org/drawingml/2006/main" r:embed="Rafd7ed8803e84c22"/>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F1B08756-81D7-4A77-BD29-7474CC359F96}"/>
              </a:ext>
            </a:extLst>
          </p:cNvPr>
          <p:cNvSpPr>
            <a:spLocks xmlns:a="http://schemas.openxmlformats.org/drawingml/2006/main" noGrp="1"/>
          </p:cNvSpPr>
          <p:nvPr/>
        </p:nvSpPr>
        <p:spPr>
          <a:xfrm xmlns:a="http://schemas.openxmlformats.org/drawingml/2006/main">
            <a:off x="571500" y="1238098"/>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B9981300-E879-4D90-B7BB-0B7D787C23E4}"/>
              </a:ext>
            </a:extLst>
          </p:cNvPr>
          <p:cNvSpPr>
            <a:spLocks xmlns:a="http://schemas.openxmlformats.org/drawingml/2006/main" noGrp="1"/>
          </p:cNvSpPr>
          <p:nvPr/>
        </p:nvSpPr>
        <p:spPr>
          <a:xfrm xmlns:a="http://schemas.openxmlformats.org/drawingml/2006/main">
            <a:off x="838505" y="1200607"/>
            <a:ext cx="7824521"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Poppins"/>
                <a:ea typeface="Poppins"/>
                <a:cs typeface="Poppins"/>
              </a:rPr>
              <a:t>Technology, Methodology and Feasibility</a:t>
            </a:r>
            <a:endParaRPr sz="2600"/>
          </a:p>
        </p:txBody>
      </p:sp>
      <p:sp>
        <p:nvSpPr>
          <p:cNvPr id="9" name="Shape 4">
            <a:extLst xmlns:a="http://schemas.openxmlformats.org/drawingml/2006/main">
              <a:ext uri="{FF2B5EF4-FFF2-40B4-BE49-F238E27FC236}">
                <a16:creationId xmlns:a16="http://schemas.microsoft.com/office/drawing/2014/main" id="{2CF9D147-67D9-4842-B7D7-D1AC59E835EB}"/>
              </a:ext>
            </a:extLst>
          </p:cNvPr>
          <p:cNvSpPr>
            <a:spLocks xmlns:a="http://schemas.openxmlformats.org/drawingml/2006/main" noGrp="1"/>
          </p:cNvSpPr>
          <p:nvPr/>
        </p:nvSpPr>
        <p:spPr>
          <a:xfrm xmlns:a="http://schemas.openxmlformats.org/drawingml/2006/main">
            <a:off x="571500" y="1879092"/>
            <a:ext cx="11048695" cy="4695444"/>
          </a:xfrm>
          <a:prstGeom xmlns:a="http://schemas.openxmlformats.org/drawingml/2006/main" prst="roundRect">
            <a:avLst>
              <a:gd name="adj" fmla="val 632"/>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728723AF-9B95-4EDF-A36A-C447BBDCFD26}"/>
              </a:ext>
            </a:extLst>
          </p:cNvPr>
          <p:cNvSpPr>
            <a:spLocks xmlns:a="http://schemas.openxmlformats.org/drawingml/2006/main" noGrp="1"/>
          </p:cNvSpPr>
          <p:nvPr/>
        </p:nvSpPr>
        <p:spPr>
          <a:xfrm xmlns:a="http://schemas.openxmlformats.org/drawingml/2006/main">
            <a:off x="571500" y="1879092"/>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2AB1F37B-B1A9-488E-BB67-F37E9AF0E199}"/>
              </a:ext>
            </a:extLst>
          </p:cNvPr>
          <p:cNvSpPr>
            <a:spLocks xmlns:a="http://schemas.openxmlformats.org/drawingml/2006/main" noGrp="1"/>
          </p:cNvSpPr>
          <p:nvPr/>
        </p:nvSpPr>
        <p:spPr>
          <a:xfrm xmlns:a="http://schemas.openxmlformats.org/drawingml/2006/main">
            <a:off x="11430000" y="1879092"/>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8A273E79-2D5F-49CF-A47B-05E30FCE4190}"/>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0C97A448-3CF2-4E93-A721-E899D1C62909}"/>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9636DA3A-A656-4721-A48D-8D4B3FF2353E}"/>
              </a:ext>
            </a:extLst>
          </p:cNvPr>
          <p:cNvSpPr>
            <a:spLocks xmlns:a="http://schemas.openxmlformats.org/drawingml/2006/main" noGrp="1"/>
          </p:cNvSpPr>
          <p:nvPr/>
        </p:nvSpPr>
        <p:spPr>
          <a:xfrm xmlns:a="http://schemas.openxmlformats.org/drawingml/2006/main">
            <a:off x="961949" y="2269541"/>
            <a:ext cx="571500" cy="571500"/>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54" name="Image 3"/>
          <p:cNvPicPr>
            <a:picLocks xmlns:a="http://schemas.openxmlformats.org/drawingml/2006/main" noChangeAspect="1"/>
          </p:cNvPicPr>
          <p:nvPr/>
        </p:nvPicPr>
        <p:blipFill>
          <a:blip xmlns:r="http://schemas.openxmlformats.org/officeDocument/2006/relationships" xmlns:a="http://schemas.openxmlformats.org/drawingml/2006/main" r:embed="Rd97afa8e34b34e95"/>
          <a:srcRect xmlns:a="http://schemas.openxmlformats.org/drawingml/2006/main" l="0" t="0" r="0" b="0"/>
          <a:stretch xmlns:a="http://schemas.openxmlformats.org/drawingml/2006/main"/>
        </p:blipFill>
        <p:spPr>
          <a:xfrm xmlns:a="http://schemas.openxmlformats.org/drawingml/2006/main">
            <a:off x="1133856" y="2440534"/>
            <a:ext cx="228600"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C115D3DB-CE68-4943-BE29-C103A7157B76}"/>
              </a:ext>
            </a:extLst>
          </p:cNvPr>
          <p:cNvSpPr>
            <a:spLocks xmlns:a="http://schemas.openxmlformats.org/drawingml/2006/main" noGrp="1"/>
          </p:cNvSpPr>
          <p:nvPr/>
        </p:nvSpPr>
        <p:spPr>
          <a:xfrm xmlns:a="http://schemas.openxmlformats.org/drawingml/2006/main">
            <a:off x="1762049" y="2287829"/>
            <a:ext cx="934425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a:solidFill>
                  <a:srgbClr val="AEFF82">
                    <a:alpha val="90000"/>
                  </a:srgbClr>
                </a:solidFill>
                <a:latin typeface="Poppins"/>
                <a:ea typeface="Poppins"/>
                <a:cs typeface="Poppins"/>
              </a:rPr>
              <a:t>The project is implemented with reproducible PyTorch notebooks, memory-aware training, deterministic source-level splits, checkpoint recovery, full-image evaluation and a native offline Windows interface.</a:t>
            </a:r>
            <a:endParaRPr sz="1800"/>
          </a:p>
        </p:txBody>
      </p:sp>
      <p:sp>
        <p:nvSpPr>
          <p:cNvPr id="17" name="Shape 11">
            <a:extLst xmlns:a="http://schemas.openxmlformats.org/drawingml/2006/main">
              <a:ext uri="{FF2B5EF4-FFF2-40B4-BE49-F238E27FC236}">
                <a16:creationId xmlns:a16="http://schemas.microsoft.com/office/drawing/2014/main" id="{0E820F5B-FEB2-4185-8E3B-E55580A6A970}"/>
              </a:ext>
            </a:extLst>
          </p:cNvPr>
          <p:cNvSpPr>
            <a:spLocks xmlns:a="http://schemas.openxmlformats.org/drawingml/2006/main" noGrp="1"/>
          </p:cNvSpPr>
          <p:nvPr/>
        </p:nvSpPr>
        <p:spPr>
          <a:xfrm xmlns:a="http://schemas.openxmlformats.org/drawingml/2006/main">
            <a:off x="1762049" y="3238805"/>
            <a:ext cx="9467698" cy="1276502"/>
          </a:xfrm>
          <a:prstGeom xmlns:a="http://schemas.openxmlformats.org/drawingml/2006/main" prst="roundRect">
            <a:avLst>
              <a:gd name="adj" fmla="val 4277"/>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2">
            <a:extLst xmlns:a="http://schemas.openxmlformats.org/drawingml/2006/main">
              <a:ext uri="{FF2B5EF4-FFF2-40B4-BE49-F238E27FC236}">
                <a16:creationId xmlns:a16="http://schemas.microsoft.com/office/drawing/2014/main" id="{6CBED9CA-1A07-4E8F-965A-87146F176BB6}"/>
              </a:ext>
            </a:extLst>
          </p:cNvPr>
          <p:cNvSpPr>
            <a:spLocks xmlns:a="http://schemas.openxmlformats.org/drawingml/2006/main" noGrp="1"/>
          </p:cNvSpPr>
          <p:nvPr/>
        </p:nvSpPr>
        <p:spPr>
          <a:xfrm xmlns:a="http://schemas.openxmlformats.org/drawingml/2006/main">
            <a:off x="2000707" y="3477463"/>
            <a:ext cx="2033626"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9CA3AF"/>
                </a:solidFill>
                <a:latin typeface="Poppins"/>
                <a:ea typeface="Poppins"/>
                <a:cs typeface="Poppins"/>
              </a:rPr>
              <a:t>IMPLEMENTATION STRATEGY</a:t>
            </a:r>
            <a:endParaRPr sz="1000"/>
          </a:p>
        </p:txBody>
      </p:sp>
      <p:sp>
        <p:nvSpPr>
          <p:cNvPr id="19" name="Text 13">
            <a:extLst xmlns:a="http://schemas.openxmlformats.org/drawingml/2006/main">
              <a:ext uri="{FF2B5EF4-FFF2-40B4-BE49-F238E27FC236}">
                <a16:creationId xmlns:a16="http://schemas.microsoft.com/office/drawing/2014/main" id="{A4235D98-9B67-45B4-AEC4-9B01A3D32EFA}"/>
              </a:ext>
            </a:extLst>
          </p:cNvPr>
          <p:cNvSpPr>
            <a:spLocks xmlns:a="http://schemas.openxmlformats.org/drawingml/2006/main" noGrp="1"/>
          </p:cNvSpPr>
          <p:nvPr/>
        </p:nvSpPr>
        <p:spPr>
          <a:xfrm xmlns:a="http://schemas.openxmlformats.org/drawingml/2006/main">
            <a:off x="2000707" y="3753612"/>
            <a:ext cx="8748979" cy="50566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i="1">
                <a:solidFill>
                  <a:srgbClr val="FFFFFF">
                    <a:alpha val="70000"/>
                  </a:srgbClr>
                </a:solidFill>
                <a:latin typeface="Poppins"/>
                <a:ea typeface="Poppins"/>
                <a:cs typeface="Poppins"/>
              </a:rPr>
              <a:t>AMP, AdamW and cosine scheduling; aligned patch training; validation-based best checkpoints; tiled inference where required; PSNR, SSIM, LPIPS and supporting error metrics; PyInstaller one-file packaging with embedded Restormer and EDSR checkpoints.</a:t>
            </a:r>
            <a:endParaRPr sz="1300"/>
          </a:p>
        </p:txBody>
      </p:sp>
      <p:sp>
        <p:nvSpPr>
          <p:cNvPr id="20" name="Shape 14">
            <a:extLst xmlns:a="http://schemas.openxmlformats.org/drawingml/2006/main">
              <a:ext uri="{FF2B5EF4-FFF2-40B4-BE49-F238E27FC236}">
                <a16:creationId xmlns:a16="http://schemas.microsoft.com/office/drawing/2014/main" id="{8B23C31B-D116-4854-B071-1DE99A331835}"/>
              </a:ext>
            </a:extLst>
          </p:cNvPr>
          <p:cNvSpPr>
            <a:spLocks xmlns:a="http://schemas.openxmlformats.org/drawingml/2006/main" noGrp="1"/>
          </p:cNvSpPr>
          <p:nvPr/>
        </p:nvSpPr>
        <p:spPr>
          <a:xfrm xmlns:a="http://schemas.openxmlformats.org/drawingml/2006/main">
            <a:off x="961949" y="5252314"/>
            <a:ext cx="3295498" cy="933602"/>
          </a:xfrm>
          <a:prstGeom xmlns:a="http://schemas.openxmlformats.org/drawingml/2006/main" prst="roundRect">
            <a:avLst>
              <a:gd name="adj" fmla="val 7995"/>
            </a:avLst>
          </a:prstGeom>
          <a:solidFill xmlns:a="http://schemas.openxmlformats.org/drawingml/2006/main">
            <a:srgbClr val="273383">
              <a:alpha val="40000"/>
            </a:srgbClr>
          </a:solidFill>
          <a:ln xmlns:a="http://schemas.openxmlformats.org/drawingml/2006/main" w="12700">
            <a:solidFill>
              <a:srgbClr val="88E555">
                <a:alpha val="20000"/>
              </a:srgbClr>
            </a:solidFill>
            <a:prstDash val="solid"/>
          </a:ln>
        </p:spPr>
        <p:txBody>
          <a:bodyPr xmlns:a="http://schemas.openxmlformats.org/drawingml/2006/main"/>
          <a:lstStyle xmlns:a="http://schemas.openxmlformats.org/drawingml/2006/main"/>
          <a:p xmlns:a="http://schemas.openxmlformats.org/drawingml/2006/main">
            <a:endParaRPr/>
          </a:p>
        </p:txBody>
      </p:sp>
      <p:pic>
        <p:nvPicPr>
          <p:cNvPr id="60" name="Image 4"/>
          <p:cNvPicPr>
            <a:picLocks xmlns:a="http://schemas.openxmlformats.org/drawingml/2006/main" noChangeAspect="1"/>
          </p:cNvPicPr>
          <p:nvPr/>
        </p:nvPicPr>
        <p:blipFill>
          <a:blip xmlns:r="http://schemas.openxmlformats.org/officeDocument/2006/relationships" xmlns:a="http://schemas.openxmlformats.org/drawingml/2006/main" r:embed="Re34c4f4ccd144ae3"/>
          <a:srcRect xmlns:a="http://schemas.openxmlformats.org/drawingml/2006/main" l="0" t="-45" r="0" b="-45"/>
          <a:stretch xmlns:a="http://schemas.openxmlformats.org/drawingml/2006/main"/>
        </p:blipFill>
        <p:spPr>
          <a:xfrm xmlns:a="http://schemas.openxmlformats.org/drawingml/2006/main">
            <a:off x="2481682" y="5451653"/>
            <a:ext cx="256946" cy="228600"/>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DDC404FE-6C83-4024-A050-D00382BC399F}"/>
              </a:ext>
            </a:extLst>
          </p:cNvPr>
          <p:cNvSpPr>
            <a:spLocks xmlns:a="http://schemas.openxmlformats.org/drawingml/2006/main" noGrp="1"/>
          </p:cNvSpPr>
          <p:nvPr/>
        </p:nvSpPr>
        <p:spPr>
          <a:xfrm xmlns:a="http://schemas.openxmlformats.org/drawingml/2006/main">
            <a:off x="1861718" y="5823814"/>
            <a:ext cx="1608430"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E2E8F0"/>
                </a:solidFill>
                <a:latin typeface="Poppins"/>
                <a:ea typeface="Poppins"/>
                <a:cs typeface="Poppins"/>
              </a:rPr>
              <a:t>Restormer → EDSR ×2</a:t>
            </a:r>
            <a:endParaRPr sz="1000"/>
          </a:p>
        </p:txBody>
      </p:sp>
      <p:sp>
        <p:nvSpPr>
          <p:cNvPr id="23" name="Shape 16">
            <a:extLst xmlns:a="http://schemas.openxmlformats.org/drawingml/2006/main">
              <a:ext uri="{FF2B5EF4-FFF2-40B4-BE49-F238E27FC236}">
                <a16:creationId xmlns:a16="http://schemas.microsoft.com/office/drawing/2014/main" id="{EA3DEBD8-E545-4D29-BB46-07DDB772D2FC}"/>
              </a:ext>
            </a:extLst>
          </p:cNvPr>
          <p:cNvSpPr>
            <a:spLocks xmlns:a="http://schemas.openxmlformats.org/drawingml/2006/main" noGrp="1"/>
          </p:cNvSpPr>
          <p:nvPr/>
        </p:nvSpPr>
        <p:spPr>
          <a:xfrm xmlns:a="http://schemas.openxmlformats.org/drawingml/2006/main">
            <a:off x="4448556" y="5252314"/>
            <a:ext cx="3295498" cy="933602"/>
          </a:xfrm>
          <a:prstGeom xmlns:a="http://schemas.openxmlformats.org/drawingml/2006/main" prst="roundRect">
            <a:avLst>
              <a:gd name="adj" fmla="val 7995"/>
            </a:avLst>
          </a:prstGeom>
          <a:solidFill xmlns:a="http://schemas.openxmlformats.org/drawingml/2006/main">
            <a:srgbClr val="273383">
              <a:alpha val="40000"/>
            </a:srgbClr>
          </a:solidFill>
          <a:ln xmlns:a="http://schemas.openxmlformats.org/drawingml/2006/main" w="12700">
            <a:solidFill>
              <a:srgbClr val="88E555">
                <a:alpha val="20000"/>
              </a:srgbClr>
            </a:solidFill>
            <a:prstDash val="solid"/>
          </a:ln>
        </p:spPr>
        <p:txBody>
          <a:bodyPr xmlns:a="http://schemas.openxmlformats.org/drawingml/2006/main"/>
          <a:lstStyle xmlns:a="http://schemas.openxmlformats.org/drawingml/2006/main"/>
          <a:p xmlns:a="http://schemas.openxmlformats.org/drawingml/2006/main">
            <a:endParaRPr/>
          </a:p>
        </p:txBody>
      </p:sp>
      <p:pic>
        <p:nvPicPr>
          <p:cNvPr id="63" name="Image 5"/>
          <p:cNvPicPr>
            <a:picLocks xmlns:a="http://schemas.openxmlformats.org/drawingml/2006/main" noChangeAspect="1"/>
          </p:cNvPicPr>
          <p:nvPr/>
        </p:nvPicPr>
        <p:blipFill>
          <a:blip xmlns:r="http://schemas.openxmlformats.org/officeDocument/2006/relationships" xmlns:a="http://schemas.openxmlformats.org/drawingml/2006/main" r:embed="Rf244176182404fe5"/>
          <a:srcRect xmlns:a="http://schemas.openxmlformats.org/drawingml/2006/main" l="0" t="0" r="0" b="0"/>
          <a:stretch xmlns:a="http://schemas.openxmlformats.org/drawingml/2006/main"/>
        </p:blipFill>
        <p:spPr>
          <a:xfrm xmlns:a="http://schemas.openxmlformats.org/drawingml/2006/main">
            <a:off x="5982005" y="5451653"/>
            <a:ext cx="228600" cy="228600"/>
          </a:xfrm>
          <a:prstGeom xmlns:a="http://schemas.openxmlformats.org/drawingml/2006/main" prst="rect">
            <a:avLst/>
          </a:prstGeom>
        </p:spPr>
      </p:pic>
      <p:sp>
        <p:nvSpPr>
          <p:cNvPr id="25" name="Text 17">
            <a:extLst xmlns:a="http://schemas.openxmlformats.org/drawingml/2006/main">
              <a:ext uri="{FF2B5EF4-FFF2-40B4-BE49-F238E27FC236}">
                <a16:creationId xmlns:a16="http://schemas.microsoft.com/office/drawing/2014/main" id="{4006F82B-5455-4F71-BD70-7A89EDCBFC5D}"/>
              </a:ext>
            </a:extLst>
          </p:cNvPr>
          <p:cNvSpPr>
            <a:spLocks xmlns:a="http://schemas.openxmlformats.org/drawingml/2006/main" noGrp="1"/>
          </p:cNvSpPr>
          <p:nvPr/>
        </p:nvSpPr>
        <p:spPr>
          <a:xfrm xmlns:a="http://schemas.openxmlformats.org/drawingml/2006/main">
            <a:off x="5287061" y="5823814"/>
            <a:ext cx="1722730"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E2E8F0"/>
                </a:solidFill>
                <a:latin typeface="Poppins"/>
                <a:ea typeface="Poppins"/>
                <a:cs typeface="Poppins"/>
              </a:rPr>
              <a:t>Kaggle P100 / T4</a:t>
            </a:r>
            <a:endParaRPr sz="1000"/>
          </a:p>
        </p:txBody>
      </p:sp>
      <p:sp>
        <p:nvSpPr>
          <p:cNvPr id="26" name="Shape 18">
            <a:extLst xmlns:a="http://schemas.openxmlformats.org/drawingml/2006/main">
              <a:ext uri="{FF2B5EF4-FFF2-40B4-BE49-F238E27FC236}">
                <a16:creationId xmlns:a16="http://schemas.microsoft.com/office/drawing/2014/main" id="{94A2875E-9814-4AEE-9DB2-3FA8D566313F}"/>
              </a:ext>
            </a:extLst>
          </p:cNvPr>
          <p:cNvSpPr>
            <a:spLocks xmlns:a="http://schemas.openxmlformats.org/drawingml/2006/main" noGrp="1"/>
          </p:cNvSpPr>
          <p:nvPr/>
        </p:nvSpPr>
        <p:spPr>
          <a:xfrm xmlns:a="http://schemas.openxmlformats.org/drawingml/2006/main">
            <a:off x="7934249" y="5252314"/>
            <a:ext cx="3295498" cy="933602"/>
          </a:xfrm>
          <a:prstGeom xmlns:a="http://schemas.openxmlformats.org/drawingml/2006/main" prst="roundRect">
            <a:avLst>
              <a:gd name="adj" fmla="val 7995"/>
            </a:avLst>
          </a:prstGeom>
          <a:solidFill xmlns:a="http://schemas.openxmlformats.org/drawingml/2006/main">
            <a:srgbClr val="273383">
              <a:alpha val="40000"/>
            </a:srgbClr>
          </a:solidFill>
          <a:ln xmlns:a="http://schemas.openxmlformats.org/drawingml/2006/main" w="12700">
            <a:solidFill>
              <a:srgbClr val="88E555">
                <a:alpha val="20000"/>
              </a:srgbClr>
            </a:solidFill>
            <a:prstDash val="solid"/>
          </a:ln>
        </p:spPr>
        <p:txBody>
          <a:bodyPr xmlns:a="http://schemas.openxmlformats.org/drawingml/2006/main"/>
          <a:lstStyle xmlns:a="http://schemas.openxmlformats.org/drawingml/2006/main"/>
          <a:p xmlns:a="http://schemas.openxmlformats.org/drawingml/2006/main">
            <a:endParaRPr/>
          </a:p>
        </p:txBody>
      </p:sp>
      <p:pic>
        <p:nvPicPr>
          <p:cNvPr id="66" name="Image 6"/>
          <p:cNvPicPr>
            <a:picLocks xmlns:a="http://schemas.openxmlformats.org/drawingml/2006/main" noChangeAspect="1"/>
          </p:cNvPicPr>
          <p:nvPr/>
        </p:nvPicPr>
        <p:blipFill>
          <a:blip xmlns:r="http://schemas.openxmlformats.org/officeDocument/2006/relationships" xmlns:a="http://schemas.openxmlformats.org/drawingml/2006/main" r:embed="Rfd62222ee1984a27"/>
          <a:srcRect xmlns:a="http://schemas.openxmlformats.org/drawingml/2006/main" l="0" t="0" r="0" b="0"/>
          <a:stretch xmlns:a="http://schemas.openxmlformats.org/drawingml/2006/main"/>
        </p:blipFill>
        <p:spPr>
          <a:xfrm xmlns:a="http://schemas.openxmlformats.org/drawingml/2006/main">
            <a:off x="9467698" y="5451653"/>
            <a:ext cx="228600" cy="228600"/>
          </a:xfrm>
          <a:prstGeom xmlns:a="http://schemas.openxmlformats.org/drawingml/2006/main" prst="rect">
            <a:avLst/>
          </a:prstGeom>
        </p:spPr>
      </p:pic>
      <p:sp>
        <p:nvSpPr>
          <p:cNvPr id="28" name="Text 19">
            <a:extLst xmlns:a="http://schemas.openxmlformats.org/drawingml/2006/main">
              <a:ext uri="{FF2B5EF4-FFF2-40B4-BE49-F238E27FC236}">
                <a16:creationId xmlns:a16="http://schemas.microsoft.com/office/drawing/2014/main" id="{E699D919-A0E7-46D5-930D-E0A3A30AD109}"/>
              </a:ext>
            </a:extLst>
          </p:cNvPr>
          <p:cNvSpPr>
            <a:spLocks xmlns:a="http://schemas.openxmlformats.org/drawingml/2006/main" noGrp="1"/>
          </p:cNvSpPr>
          <p:nvPr/>
        </p:nvSpPr>
        <p:spPr>
          <a:xfrm xmlns:a="http://schemas.openxmlformats.org/drawingml/2006/main">
            <a:off x="8919058" y="5823814"/>
            <a:ext cx="1436522"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E2E8F0"/>
                </a:solidFill>
                <a:latin typeface="Poppins"/>
                <a:ea typeface="Poppins"/>
                <a:cs typeface="Poppins"/>
              </a:rPr>
              <a:t>PyTorch • PyQt6</a:t>
            </a:r>
            <a:endParaRPr sz="1000"/>
          </a:p>
        </p:txBody>
      </p:sp>
      <p:pic>
        <p:nvPicPr>
          <p:cNvPr id="68" name="Picture 28"/>
          <p:cNvPicPr>
            <a:picLocks xmlns:a="http://schemas.openxmlformats.org/drawingml/2006/main" noChangeAspect="1"/>
          </p:cNvPicPr>
          <p:nvPr/>
        </p:nvPicPr>
        <p:blipFill>
          <a:blip xmlns:r="http://schemas.openxmlformats.org/officeDocument/2006/relationships" xmlns:a="http://schemas.openxmlformats.org/drawingml/2006/main" r:embed="Rc5f9c36150744500"/>
          <a:stretch xmlns:a="http://schemas.openxmlformats.org/drawingml/2006/main">
            <a:fillRect l="0" t="0" r="0" b="0"/>
          </a:stretch>
        </p:blipFill>
        <p:spPr>
          <a:xfrm xmlns:a="http://schemas.openxmlformats.org/drawingml/2006/main">
            <a:off x="5344743" y="228600"/>
            <a:ext cx="1607366" cy="783591"/>
          </a:xfrm>
          <a:prstGeom xmlns:a="http://schemas.openxmlformats.org/drawingml/2006/main" prst="rect">
            <a:avLst/>
          </a:prstGeom>
        </p:spPr>
      </p:pic>
      <p:sp>
        <p:nvSpPr>
          <p:cNvPr id="31" name="Shape 1">
            <a:extLst xmlns:a="http://schemas.openxmlformats.org/drawingml/2006/main">
              <a:ext uri="{FF2B5EF4-FFF2-40B4-BE49-F238E27FC236}">
                <a16:creationId xmlns:a16="http://schemas.microsoft.com/office/drawing/2014/main" id="{10B6379C-1BCE-6784-4600-934501FC5F97}"/>
              </a:ext>
            </a:extLst>
          </p:cNvPr>
          <p:cNvSpPr>
            <a:spLocks xmlns:a="http://schemas.openxmlformats.org/drawingml/2006/main" noGrp="1"/>
          </p:cNvSpPr>
          <p:nvPr/>
        </p:nvSpPr>
        <p:spPr>
          <a:xfrm xmlns:a="http://schemas.openxmlformats.org/drawingml/2006/main">
            <a:off x="571500" y="240793"/>
            <a:ext cx="11048695" cy="857707"/>
          </a:xfrm>
          <a:prstGeom xmlns:a="http://schemas.openxmlformats.org/drawingml/2006/main" prst="roundRect">
            <a:avLst>
              <a:gd name="adj" fmla="val 9476"/>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70" name="Picture 31"/>
          <p:cNvPicPr>
            <a:picLocks xmlns:a="http://schemas.openxmlformats.org/drawingml/2006/main" noChangeAspect="1"/>
          </p:cNvPicPr>
          <p:nvPr/>
        </p:nvPicPr>
        <p:blipFill>
          <a:blip xmlns:r="http://schemas.openxmlformats.org/officeDocument/2006/relationships" xmlns:a="http://schemas.openxmlformats.org/drawingml/2006/main" r:embed="R5a21b1f0e10b400e"/>
          <a:stretch xmlns:a="http://schemas.openxmlformats.org/drawingml/2006/main">
            <a:fillRect l="0" t="0" r="0" b="0"/>
          </a:stretch>
        </p:blipFill>
        <p:spPr>
          <a:xfrm xmlns:a="http://schemas.openxmlformats.org/drawingml/2006/main">
            <a:off x="1514101" y="378206"/>
            <a:ext cx="9163491" cy="586435"/>
          </a:xfrm>
          <a:prstGeom xmlns:a="http://schemas.openxmlformats.org/drawingml/2006/main" prst="rect">
            <a:avLst/>
          </a:prstGeom>
        </p:spPr>
      </p:pic>
    </p:spTree>
    <p:extLst>
      <p:ext uri="{BB962C8B-B14F-4D97-AF65-F5344CB8AC3E}">
        <p14:creationId xmlns:p14="http://schemas.microsoft.com/office/powerpoint/2010/main" val="116848305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D2E51EF-1425-4793-90D6-35AE6A12BFE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d18059d744e8470f">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B1017A11-9E37-41F2-B867-781D6BCE5744}"/>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87568a29471348e1"/>
          <a:srcRect xmlns:a="http://schemas.openxmlformats.org/drawingml/2006/main" l="0" t="10" r="0" b="10"/>
          <a:stretch xmlns:a="http://schemas.openxmlformats.org/drawingml/2006/main"/>
        </p:blipFill>
        <p:spPr>
          <a:xfrm xmlns:a="http://schemas.openxmlformats.org/drawingml/2006/main">
            <a:off x="857707" y="381305"/>
            <a:ext cx="1266444" cy="476402"/>
          </a:xfrm>
          <a:prstGeom xmlns:a="http://schemas.openxmlformats.org/drawingml/2006/main" prst="rect">
            <a:avLst/>
          </a:prstGeom>
        </p:spPr>
      </p:pic>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ee4390bde2684ae0"/>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0D980FB4-ECF9-4EB0-8CAC-0CD659118081}"/>
              </a:ext>
            </a:extLst>
          </p:cNvPr>
          <p:cNvSpPr>
            <a:spLocks xmlns:a="http://schemas.openxmlformats.org/drawingml/2006/main" noGrp="1"/>
          </p:cNvSpPr>
          <p:nvPr/>
        </p:nvSpPr>
        <p:spPr>
          <a:xfrm xmlns:a="http://schemas.openxmlformats.org/drawingml/2006/main">
            <a:off x="571500" y="1190549"/>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A29C7873-3FA0-4E54-881C-0B36852D4BE1}"/>
              </a:ext>
            </a:extLst>
          </p:cNvPr>
          <p:cNvSpPr>
            <a:spLocks xmlns:a="http://schemas.openxmlformats.org/drawingml/2006/main" noGrp="1"/>
          </p:cNvSpPr>
          <p:nvPr/>
        </p:nvSpPr>
        <p:spPr>
          <a:xfrm xmlns:a="http://schemas.openxmlformats.org/drawingml/2006/main">
            <a:off x="838505" y="1152144"/>
            <a:ext cx="4624121"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Poppins"/>
                <a:ea typeface="Poppins"/>
                <a:cs typeface="Poppins"/>
              </a:rPr>
              <a:t>Project Access and References</a:t>
            </a:r>
            <a:endParaRPr sz="2600"/>
          </a:p>
        </p:txBody>
      </p:sp>
      <p:sp>
        <p:nvSpPr>
          <p:cNvPr id="9" name="Shape 4">
            <a:extLst xmlns:a="http://schemas.openxmlformats.org/drawingml/2006/main">
              <a:ext uri="{FF2B5EF4-FFF2-40B4-BE49-F238E27FC236}">
                <a16:creationId xmlns:a16="http://schemas.microsoft.com/office/drawing/2014/main" id="{F893AFCC-4324-4B28-A405-F8163AF45B7B}"/>
              </a:ext>
            </a:extLst>
          </p:cNvPr>
          <p:cNvSpPr>
            <a:spLocks xmlns:a="http://schemas.openxmlformats.org/drawingml/2006/main" noGrp="1"/>
          </p:cNvSpPr>
          <p:nvPr/>
        </p:nvSpPr>
        <p:spPr>
          <a:xfrm xmlns:a="http://schemas.openxmlformats.org/drawingml/2006/main">
            <a:off x="571500" y="1830629"/>
            <a:ext cx="11048695" cy="4743907"/>
          </a:xfrm>
          <a:prstGeom xmlns:a="http://schemas.openxmlformats.org/drawingml/2006/main" prst="roundRect">
            <a:avLst>
              <a:gd name="adj" fmla="val 619"/>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946874A1-E1C6-498A-9D28-728A6B0E289B}"/>
              </a:ext>
            </a:extLst>
          </p:cNvPr>
          <p:cNvSpPr>
            <a:spLocks xmlns:a="http://schemas.openxmlformats.org/drawingml/2006/main" noGrp="1"/>
          </p:cNvSpPr>
          <p:nvPr/>
        </p:nvSpPr>
        <p:spPr>
          <a:xfrm xmlns:a="http://schemas.openxmlformats.org/drawingml/2006/main">
            <a:off x="571500" y="1830629"/>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FE860257-E11D-4A1C-B09E-F19E76170101}"/>
              </a:ext>
            </a:extLst>
          </p:cNvPr>
          <p:cNvSpPr>
            <a:spLocks xmlns:a="http://schemas.openxmlformats.org/drawingml/2006/main" noGrp="1"/>
          </p:cNvSpPr>
          <p:nvPr/>
        </p:nvSpPr>
        <p:spPr>
          <a:xfrm xmlns:a="http://schemas.openxmlformats.org/drawingml/2006/main">
            <a:off x="11430000" y="1830629"/>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77C9A245-998F-4F36-ADB6-7AFA06A46DBF}"/>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4A77046B-EC85-4FF9-8AEF-E52BB7B45080}"/>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95CED118-4877-485C-A282-A8B87D8202BA}"/>
              </a:ext>
            </a:extLst>
          </p:cNvPr>
          <p:cNvSpPr>
            <a:spLocks xmlns:a="http://schemas.openxmlformats.org/drawingml/2006/main" noGrp="1"/>
          </p:cNvSpPr>
          <p:nvPr/>
        </p:nvSpPr>
        <p:spPr>
          <a:xfrm xmlns:a="http://schemas.openxmlformats.org/drawingml/2006/main">
            <a:off x="961949" y="2173529"/>
            <a:ext cx="476402" cy="476402"/>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3"/>
          <p:cNvPicPr>
            <a:picLocks xmlns:a="http://schemas.openxmlformats.org/drawingml/2006/main" noChangeAspect="1"/>
          </p:cNvPicPr>
          <p:nvPr/>
        </p:nvPicPr>
        <p:blipFill>
          <a:blip xmlns:r="http://schemas.openxmlformats.org/officeDocument/2006/relationships" xmlns:a="http://schemas.openxmlformats.org/drawingml/2006/main" r:embed="Rb1e0b22e65c24b0e"/>
          <a:srcRect xmlns:a="http://schemas.openxmlformats.org/drawingml/2006/main" l="0" t="0" r="0" b="0"/>
          <a:stretch xmlns:a="http://schemas.openxmlformats.org/drawingml/2006/main"/>
        </p:blipFill>
        <p:spPr>
          <a:xfrm xmlns:a="http://schemas.openxmlformats.org/drawingml/2006/main">
            <a:off x="1086307" y="2297887"/>
            <a:ext cx="228600"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DEF1425D-361A-4372-90E0-B32484B1D801}"/>
              </a:ext>
            </a:extLst>
          </p:cNvPr>
          <p:cNvSpPr>
            <a:spLocks xmlns:a="http://schemas.openxmlformats.org/drawingml/2006/main" noGrp="1"/>
          </p:cNvSpPr>
          <p:nvPr/>
        </p:nvSpPr>
        <p:spPr>
          <a:xfrm xmlns:a="http://schemas.openxmlformats.org/drawingml/2006/main">
            <a:off x="1628546" y="2173529"/>
            <a:ext cx="3810305" cy="2670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88E555"/>
                </a:solidFill>
                <a:latin typeface="Poppins"/>
                <a:ea typeface="Poppins"/>
                <a:cs typeface="Poppins"/>
              </a:rPr>
              <a:t>Repository, Video &amp; Dataset</a:t>
            </a:r>
            <a:endParaRPr sz="1500"/>
          </a:p>
        </p:txBody>
      </p:sp>
      <p:sp>
        <p:nvSpPr>
          <p:cNvPr id="17" name="Text 11">
            <a:extLst xmlns:a="http://schemas.openxmlformats.org/drawingml/2006/main">
              <a:ext uri="{FF2B5EF4-FFF2-40B4-BE49-F238E27FC236}">
                <a16:creationId xmlns:a16="http://schemas.microsoft.com/office/drawing/2014/main" id="{71F4ADBD-272D-4960-999F-FF50FE7303E2}"/>
              </a:ext>
            </a:extLst>
          </p:cNvPr>
          <p:cNvSpPr>
            <a:spLocks xmlns:a="http://schemas.openxmlformats.org/drawingml/2006/main" noGrp="1"/>
          </p:cNvSpPr>
          <p:nvPr/>
        </p:nvSpPr>
        <p:spPr>
          <a:xfrm xmlns:a="http://schemas.openxmlformats.org/drawingml/2006/main">
            <a:off x="1628546" y="2516429"/>
            <a:ext cx="5701284"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D1D5DB"/>
                </a:solidFill>
                <a:latin typeface="Poppins"/>
                <a:ea typeface="Poppins"/>
                <a:cs typeface="Poppins"/>
              </a:rPr>
              <a:t>Verified project-access information</a:t>
            </a:r>
            <a:endParaRPr sz="1000"/>
          </a:p>
        </p:txBody>
      </p:sp>
      <p:sp>
        <p:nvSpPr>
          <p:cNvPr id="18" name="Shape 12">
            <a:extLst xmlns:a="http://schemas.openxmlformats.org/drawingml/2006/main">
              <a:ext uri="{FF2B5EF4-FFF2-40B4-BE49-F238E27FC236}">
                <a16:creationId xmlns:a16="http://schemas.microsoft.com/office/drawing/2014/main" id="{E6649265-5F4D-4B4C-A4F7-F8FCB78D06F2}"/>
              </a:ext>
            </a:extLst>
          </p:cNvPr>
          <p:cNvSpPr>
            <a:spLocks xmlns:a="http://schemas.openxmlformats.org/drawingml/2006/main" noGrp="1"/>
          </p:cNvSpPr>
          <p:nvPr/>
        </p:nvSpPr>
        <p:spPr>
          <a:xfrm xmlns:a="http://schemas.openxmlformats.org/drawingml/2006/main">
            <a:off x="1628546" y="2783434"/>
            <a:ext cx="9601200" cy="1067105"/>
          </a:xfrm>
          <a:prstGeom xmlns:a="http://schemas.openxmlformats.org/drawingml/2006/main" prst="roundRect">
            <a:avLst>
              <a:gd name="adj" fmla="val 6121"/>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3">
            <a:extLst xmlns:a="http://schemas.openxmlformats.org/drawingml/2006/main">
              <a:ext uri="{FF2B5EF4-FFF2-40B4-BE49-F238E27FC236}">
                <a16:creationId xmlns:a16="http://schemas.microsoft.com/office/drawing/2014/main" id="{A13884FF-2260-4BBF-ACD3-501AEC00C131}"/>
              </a:ext>
            </a:extLst>
          </p:cNvPr>
          <p:cNvSpPr>
            <a:spLocks xmlns:a="http://schemas.openxmlformats.org/drawingml/2006/main" noGrp="1"/>
          </p:cNvSpPr>
          <p:nvPr/>
        </p:nvSpPr>
        <p:spPr>
          <a:xfrm xmlns:a="http://schemas.openxmlformats.org/drawingml/2006/main">
            <a:off x="1790395" y="2945282"/>
            <a:ext cx="554400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i="1">
                <a:solidFill>
                  <a:srgbClr val="FFFFFF">
                    <a:alpha val="70000"/>
                  </a:srgbClr>
                </a:solidFill>
                <a:latin typeface="Poppins"/>
                <a:ea typeface="Poppins"/>
                <a:cs typeface="Poppins"/>
              </a:rPr>
              <a:t>GitHub repository: To Be Confirmed  |  Prototype video: Not Available  |  Dataset: kaggle.com/datasets/omkadam05/semicon-v2-dual-dataset</a:t>
            </a:r>
            <a:endParaRPr sz="1200"/>
          </a:p>
        </p:txBody>
      </p:sp>
      <p:sp>
        <p:nvSpPr>
          <p:cNvPr id="20" name="Shape 14">
            <a:extLst xmlns:a="http://schemas.openxmlformats.org/drawingml/2006/main">
              <a:ext uri="{FF2B5EF4-FFF2-40B4-BE49-F238E27FC236}">
                <a16:creationId xmlns:a16="http://schemas.microsoft.com/office/drawing/2014/main" id="{20763D69-02CD-4BAB-9CF1-DF61A6F31CF0}"/>
              </a:ext>
            </a:extLst>
          </p:cNvPr>
          <p:cNvSpPr>
            <a:spLocks xmlns:a="http://schemas.openxmlformats.org/drawingml/2006/main" noGrp="1"/>
          </p:cNvSpPr>
          <p:nvPr/>
        </p:nvSpPr>
        <p:spPr>
          <a:xfrm xmlns:a="http://schemas.openxmlformats.org/drawingml/2006/main">
            <a:off x="961949" y="4155034"/>
            <a:ext cx="476402" cy="476402"/>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4"/>
          <p:cNvPicPr>
            <a:picLocks xmlns:a="http://schemas.openxmlformats.org/drawingml/2006/main" noChangeAspect="1"/>
          </p:cNvPicPr>
          <p:nvPr/>
        </p:nvPicPr>
        <p:blipFill>
          <a:blip xmlns:r="http://schemas.openxmlformats.org/officeDocument/2006/relationships" xmlns:a="http://schemas.openxmlformats.org/drawingml/2006/main" r:embed="R48346f50403c4083"/>
          <a:srcRect xmlns:a="http://schemas.openxmlformats.org/drawingml/2006/main" l="-80" t="0" r="-80" b="0"/>
          <a:stretch xmlns:a="http://schemas.openxmlformats.org/drawingml/2006/main"/>
        </p:blipFill>
        <p:spPr>
          <a:xfrm xmlns:a="http://schemas.openxmlformats.org/drawingml/2006/main">
            <a:off x="1057046" y="4279392"/>
            <a:ext cx="286207" cy="228600"/>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932E1C40-FAC3-4ACE-93B2-E61D22E1BDD3}"/>
              </a:ext>
            </a:extLst>
          </p:cNvPr>
          <p:cNvSpPr>
            <a:spLocks xmlns:a="http://schemas.openxmlformats.org/drawingml/2006/main" noGrp="1"/>
          </p:cNvSpPr>
          <p:nvPr/>
        </p:nvSpPr>
        <p:spPr>
          <a:xfrm xmlns:a="http://schemas.openxmlformats.org/drawingml/2006/main">
            <a:off x="1628546" y="4155034"/>
            <a:ext cx="2343607" cy="2670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88E555"/>
                </a:solidFill>
                <a:latin typeface="Poppins"/>
                <a:ea typeface="Poppins"/>
                <a:cs typeface="Poppins"/>
              </a:rPr>
              <a:t>References &amp; Citations</a:t>
            </a:r>
            <a:endParaRPr sz="1500"/>
          </a:p>
        </p:txBody>
      </p:sp>
      <p:sp>
        <p:nvSpPr>
          <p:cNvPr id="23" name="Text 16">
            <a:extLst xmlns:a="http://schemas.openxmlformats.org/drawingml/2006/main">
              <a:ext uri="{FF2B5EF4-FFF2-40B4-BE49-F238E27FC236}">
                <a16:creationId xmlns:a16="http://schemas.microsoft.com/office/drawing/2014/main" id="{7EBC6D05-E2DB-4ADF-B172-1295AD52C0DA}"/>
              </a:ext>
            </a:extLst>
          </p:cNvPr>
          <p:cNvSpPr>
            <a:spLocks xmlns:a="http://schemas.openxmlformats.org/drawingml/2006/main" noGrp="1"/>
          </p:cNvSpPr>
          <p:nvPr/>
        </p:nvSpPr>
        <p:spPr>
          <a:xfrm xmlns:a="http://schemas.openxmlformats.org/drawingml/2006/main">
            <a:off x="1628546" y="4497934"/>
            <a:ext cx="2767889"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D1D5DB"/>
                </a:solidFill>
                <a:latin typeface="Poppins"/>
                <a:ea typeface="Poppins"/>
                <a:cs typeface="Poppins"/>
              </a:rPr>
              <a:t>Only sources recorded in project artifacts are listed.</a:t>
            </a:r>
            <a:endParaRPr sz="1000"/>
          </a:p>
        </p:txBody>
      </p:sp>
      <p:sp>
        <p:nvSpPr>
          <p:cNvPr id="24" name="Shape 17">
            <a:extLst xmlns:a="http://schemas.openxmlformats.org/drawingml/2006/main">
              <a:ext uri="{FF2B5EF4-FFF2-40B4-BE49-F238E27FC236}">
                <a16:creationId xmlns:a16="http://schemas.microsoft.com/office/drawing/2014/main" id="{6BEDE735-D28B-4B7C-B43F-FD5D75D25CA8}"/>
              </a:ext>
            </a:extLst>
          </p:cNvPr>
          <p:cNvSpPr>
            <a:spLocks xmlns:a="http://schemas.openxmlformats.org/drawingml/2006/main" noGrp="1"/>
          </p:cNvSpPr>
          <p:nvPr/>
        </p:nvSpPr>
        <p:spPr>
          <a:xfrm xmlns:a="http://schemas.openxmlformats.org/drawingml/2006/main">
            <a:off x="1628546" y="4764938"/>
            <a:ext cx="9601200" cy="1410005"/>
          </a:xfrm>
          <a:prstGeom xmlns:a="http://schemas.openxmlformats.org/drawingml/2006/main" prst="roundRect">
            <a:avLst>
              <a:gd name="adj" fmla="val 3505"/>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Shape 18">
            <a:extLst xmlns:a="http://schemas.openxmlformats.org/drawingml/2006/main">
              <a:ext uri="{FF2B5EF4-FFF2-40B4-BE49-F238E27FC236}">
                <a16:creationId xmlns:a16="http://schemas.microsoft.com/office/drawing/2014/main" id="{D3EC0061-80AC-48AF-AE20-354F0AB6CBA8}"/>
              </a:ext>
            </a:extLst>
          </p:cNvPr>
          <p:cNvSpPr>
            <a:spLocks xmlns:a="http://schemas.openxmlformats.org/drawingml/2006/main" noGrp="1"/>
          </p:cNvSpPr>
          <p:nvPr/>
        </p:nvSpPr>
        <p:spPr>
          <a:xfrm xmlns:a="http://schemas.openxmlformats.org/drawingml/2006/main">
            <a:off x="1790395" y="5232197"/>
            <a:ext cx="9277502" cy="9144"/>
          </a:xfrm>
          <a:prstGeom xmlns:a="http://schemas.openxmlformats.org/drawingml/2006/main" prst="rect">
            <a:avLst/>
          </a:prstGeom>
          <a:solidFill xmlns:a="http://schemas.openxmlformats.org/drawingml/2006/main">
            <a:srgbClr val="1E40AF">
              <a:alpha val="30000"/>
            </a:srgbClr>
          </a:solidFill>
        </p:spPr>
        <p:txBody>
          <a:bodyPr xmlns:a="http://schemas.openxmlformats.org/drawingml/2006/main"/>
          <a:lstStyle xmlns:a="http://schemas.openxmlformats.org/drawingml/2006/main"/>
          <a:p xmlns:a="http://schemas.openxmlformats.org/drawingml/2006/main">
            <a:endParaRPr/>
          </a:p>
        </p:txBody>
      </p:sp>
      <p:sp>
        <p:nvSpPr>
          <p:cNvPr id="26" name="Text 19">
            <a:extLst xmlns:a="http://schemas.openxmlformats.org/drawingml/2006/main">
              <a:ext uri="{FF2B5EF4-FFF2-40B4-BE49-F238E27FC236}">
                <a16:creationId xmlns:a16="http://schemas.microsoft.com/office/drawing/2014/main" id="{2819C76A-48EE-4A82-8C1D-C7ACD174A191}"/>
              </a:ext>
            </a:extLst>
          </p:cNvPr>
          <p:cNvSpPr>
            <a:spLocks xmlns:a="http://schemas.openxmlformats.org/drawingml/2006/main" noGrp="1"/>
          </p:cNvSpPr>
          <p:nvPr/>
        </p:nvSpPr>
        <p:spPr>
          <a:xfrm xmlns:a="http://schemas.openxmlformats.org/drawingml/2006/main">
            <a:off x="1790395" y="4926787"/>
            <a:ext cx="321960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80000"/>
                  </a:srgbClr>
                </a:solidFill>
                <a:latin typeface="Poppins"/>
                <a:ea typeface="Poppins"/>
                <a:cs typeface="Poppins"/>
              </a:rPr>
              <a:t>NFFA-Europe MEMS source — URL/license: To Be Confirmed</a:t>
            </a:r>
            <a:endParaRPr sz="1200"/>
          </a:p>
        </p:txBody>
      </p:sp>
      <p:sp>
        <p:nvSpPr>
          <p:cNvPr id="27" name="Shape 20">
            <a:extLst xmlns:a="http://schemas.openxmlformats.org/drawingml/2006/main">
              <a:ext uri="{FF2B5EF4-FFF2-40B4-BE49-F238E27FC236}">
                <a16:creationId xmlns:a16="http://schemas.microsoft.com/office/drawing/2014/main" id="{2E7A02BF-3FE2-4D75-9F57-33A9DB3D8D55}"/>
              </a:ext>
            </a:extLst>
          </p:cNvPr>
          <p:cNvSpPr>
            <a:spLocks xmlns:a="http://schemas.openxmlformats.org/drawingml/2006/main" noGrp="1"/>
          </p:cNvSpPr>
          <p:nvPr/>
        </p:nvSpPr>
        <p:spPr>
          <a:xfrm xmlns:a="http://schemas.openxmlformats.org/drawingml/2006/main">
            <a:off x="1790395" y="5661050"/>
            <a:ext cx="9277502" cy="9144"/>
          </a:xfrm>
          <a:prstGeom xmlns:a="http://schemas.openxmlformats.org/drawingml/2006/main" prst="rect">
            <a:avLst/>
          </a:prstGeom>
          <a:solidFill xmlns:a="http://schemas.openxmlformats.org/drawingml/2006/main">
            <a:srgbClr val="1E40AF">
              <a:alpha val="30000"/>
            </a:srgbClr>
          </a:solidFill>
        </p:spPr>
        <p:txBody>
          <a:bodyPr xmlns:a="http://schemas.openxmlformats.org/drawingml/2006/main"/>
          <a:lstStyle xmlns:a="http://schemas.openxmlformats.org/drawingml/2006/main"/>
          <a:p xmlns:a="http://schemas.openxmlformats.org/drawingml/2006/main">
            <a:endParaRPr/>
          </a:p>
        </p:txBody>
      </p:sp>
      <p:sp>
        <p:nvSpPr>
          <p:cNvPr id="28" name="Text 21">
            <a:extLst xmlns:a="http://schemas.openxmlformats.org/drawingml/2006/main">
              <a:ext uri="{FF2B5EF4-FFF2-40B4-BE49-F238E27FC236}">
                <a16:creationId xmlns:a16="http://schemas.microsoft.com/office/drawing/2014/main" id="{69B6E58E-A438-42A4-90D6-370664BC9A0C}"/>
              </a:ext>
            </a:extLst>
          </p:cNvPr>
          <p:cNvSpPr>
            <a:spLocks xmlns:a="http://schemas.openxmlformats.org/drawingml/2006/main" noGrp="1"/>
          </p:cNvSpPr>
          <p:nvPr/>
        </p:nvSpPr>
        <p:spPr>
          <a:xfrm xmlns:a="http://schemas.openxmlformats.org/drawingml/2006/main">
            <a:off x="1790395" y="5355641"/>
            <a:ext cx="3258007"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80000"/>
                  </a:srgbClr>
                </a:solidFill>
                <a:latin typeface="Poppins"/>
                <a:ea typeface="Poppins"/>
                <a:cs typeface="Poppins"/>
              </a:rPr>
              <a:t>Lim et al., EDSR, CVPRW 2017 — openaccess.thecvf.com</a:t>
            </a:r>
            <a:endParaRPr sz="1200"/>
          </a:p>
        </p:txBody>
      </p:sp>
      <p:sp>
        <p:nvSpPr>
          <p:cNvPr id="29" name="Text 22">
            <a:extLst xmlns:a="http://schemas.openxmlformats.org/drawingml/2006/main">
              <a:ext uri="{FF2B5EF4-FFF2-40B4-BE49-F238E27FC236}">
                <a16:creationId xmlns:a16="http://schemas.microsoft.com/office/drawing/2014/main" id="{19346C74-1E71-425C-BDA4-DAA191B2374D}"/>
              </a:ext>
            </a:extLst>
          </p:cNvPr>
          <p:cNvSpPr>
            <a:spLocks xmlns:a="http://schemas.openxmlformats.org/drawingml/2006/main" noGrp="1"/>
          </p:cNvSpPr>
          <p:nvPr/>
        </p:nvSpPr>
        <p:spPr>
          <a:xfrm xmlns:a="http://schemas.openxmlformats.org/drawingml/2006/main">
            <a:off x="1790395" y="5783580"/>
            <a:ext cx="3258007"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80000"/>
                  </a:srgbClr>
                </a:solidFill>
                <a:latin typeface="Poppins"/>
                <a:ea typeface="Poppins"/>
                <a:cs typeface="Poppins"/>
              </a:rPr>
              <a:t>Zamir et al., Restormer, CVPR 2022 — openaccess.thecvf.com</a:t>
            </a:r>
            <a:endParaRPr sz="1200"/>
          </a:p>
        </p:txBody>
      </p:sp>
      <p:pic>
        <p:nvPicPr>
          <p:cNvPr id="68" name="Picture 29"/>
          <p:cNvPicPr>
            <a:picLocks xmlns:a="http://schemas.openxmlformats.org/drawingml/2006/main" noChangeAspect="1"/>
          </p:cNvPicPr>
          <p:nvPr/>
        </p:nvPicPr>
        <p:blipFill>
          <a:blip xmlns:r="http://schemas.openxmlformats.org/officeDocument/2006/relationships" xmlns:a="http://schemas.openxmlformats.org/drawingml/2006/main" r:embed="R45525ccb22cf43d7"/>
          <a:stretch xmlns:a="http://schemas.openxmlformats.org/drawingml/2006/main">
            <a:fillRect l="0" t="0" r="0" b="0"/>
          </a:stretch>
        </p:blipFill>
        <p:spPr>
          <a:xfrm xmlns:a="http://schemas.openxmlformats.org/drawingml/2006/main">
            <a:off x="5292164" y="227710"/>
            <a:ext cx="1607366" cy="783591"/>
          </a:xfrm>
          <a:prstGeom xmlns:a="http://schemas.openxmlformats.org/drawingml/2006/main" prst="rect">
            <a:avLst/>
          </a:prstGeom>
        </p:spPr>
      </p:pic>
      <p:sp>
        <p:nvSpPr>
          <p:cNvPr id="32" name="Shape 1">
            <a:extLst xmlns:a="http://schemas.openxmlformats.org/drawingml/2006/main">
              <a:ext uri="{FF2B5EF4-FFF2-40B4-BE49-F238E27FC236}">
                <a16:creationId xmlns:a16="http://schemas.microsoft.com/office/drawing/2014/main" id="{3E27E131-AC1D-E75C-0267-02565ACC1BC3}"/>
              </a:ext>
            </a:extLst>
          </p:cNvPr>
          <p:cNvSpPr>
            <a:spLocks xmlns:a="http://schemas.openxmlformats.org/drawingml/2006/main" noGrp="1"/>
          </p:cNvSpPr>
          <p:nvPr/>
        </p:nvSpPr>
        <p:spPr>
          <a:xfrm xmlns:a="http://schemas.openxmlformats.org/drawingml/2006/main">
            <a:off x="571500" y="259714"/>
            <a:ext cx="11048695" cy="857707"/>
          </a:xfrm>
          <a:prstGeom xmlns:a="http://schemas.openxmlformats.org/drawingml/2006/main" prst="roundRect">
            <a:avLst>
              <a:gd name="adj" fmla="val 9476"/>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70" name="Picture 32"/>
          <p:cNvPicPr>
            <a:picLocks xmlns:a="http://schemas.openxmlformats.org/drawingml/2006/main" noChangeAspect="1"/>
          </p:cNvPicPr>
          <p:nvPr/>
        </p:nvPicPr>
        <p:blipFill>
          <a:blip xmlns:r="http://schemas.openxmlformats.org/officeDocument/2006/relationships" xmlns:a="http://schemas.openxmlformats.org/drawingml/2006/main" r:embed="Rcee49b519db34f0b"/>
          <a:stretch xmlns:a="http://schemas.openxmlformats.org/drawingml/2006/main">
            <a:fillRect l="0" t="0" r="0" b="0"/>
          </a:stretch>
        </p:blipFill>
        <p:spPr>
          <a:xfrm xmlns:a="http://schemas.openxmlformats.org/drawingml/2006/main">
            <a:off x="1514101" y="390016"/>
            <a:ext cx="9163491" cy="586435"/>
          </a:xfrm>
          <a:prstGeom xmlns:a="http://schemas.openxmlformats.org/drawingml/2006/main" prst="rect">
            <a:avLst/>
          </a:prstGeom>
        </p:spPr>
      </p:pic>
    </p:spTree>
    <p:extLst>
      <p:ext uri="{BB962C8B-B14F-4D97-AF65-F5344CB8AC3E}">
        <p14:creationId xmlns:p14="http://schemas.microsoft.com/office/powerpoint/2010/main" val="58340957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2026-08-15T15:05:40.9790000Z</dcterms:created>
  <dcterms:modified xsi:type="dcterms:W3CDTF">2026-08-15T15:05:40.9790000Z</dcterms:modified>
</coreProperties>
</file>